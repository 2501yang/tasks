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  <p:sldId id="266" r:id="rId4"/>
    <p:sldId id="271" r:id="rId5"/>
    <p:sldId id="276" r:id="rId6"/>
    <p:sldId id="273" r:id="rId7"/>
    <p:sldId id="278" r:id="rId8"/>
    <p:sldId id="287" r:id="rId9"/>
    <p:sldId id="290" r:id="rId10"/>
    <p:sldId id="282" r:id="rId11"/>
    <p:sldId id="288" r:id="rId12"/>
    <p:sldId id="28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7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4D8A"/>
    <a:srgbClr val="452E8E"/>
    <a:srgbClr val="1937A3"/>
    <a:srgbClr val="0606B6"/>
    <a:srgbClr val="0303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1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52" y="67"/>
      </p:cViewPr>
      <p:guideLst>
        <p:guide orient="horz" pos="2154"/>
        <p:guide pos="37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89" b="24854"/>
          <a:stretch>
            <a:fillRect/>
          </a:stretch>
        </p:blipFill>
        <p:spPr>
          <a:xfrm>
            <a:off x="-194734" y="0"/>
            <a:ext cx="12458701" cy="6858000"/>
          </a:xfrm>
          <a:prstGeom prst="rect">
            <a:avLst/>
          </a:prstGeom>
          <a:solidFill>
            <a:srgbClr val="324D8A"/>
          </a:solidFill>
        </p:spPr>
      </p:pic>
      <p:grpSp>
        <p:nvGrpSpPr>
          <p:cNvPr id="3" name="组合 2"/>
          <p:cNvGrpSpPr/>
          <p:nvPr/>
        </p:nvGrpSpPr>
        <p:grpSpPr>
          <a:xfrm>
            <a:off x="2387070" y="3419496"/>
            <a:ext cx="6960129" cy="3438504"/>
            <a:chOff x="1046163" y="933450"/>
            <a:chExt cx="10102851" cy="4991100"/>
          </a:xfrm>
        </p:grpSpPr>
        <p:sp>
          <p:nvSpPr>
            <p:cNvPr id="4" name="Rectangle 5"/>
            <p:cNvSpPr>
              <a:spLocks noChangeArrowheads="1"/>
            </p:cNvSpPr>
            <p:nvPr/>
          </p:nvSpPr>
          <p:spPr bwMode="auto">
            <a:xfrm>
              <a:off x="2051051" y="4362450"/>
              <a:ext cx="8112125" cy="7937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2051051" y="4362450"/>
              <a:ext cx="8112125" cy="793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Freeform 7"/>
            <p:cNvSpPr/>
            <p:nvPr/>
          </p:nvSpPr>
          <p:spPr bwMode="auto">
            <a:xfrm>
              <a:off x="1046163" y="4322763"/>
              <a:ext cx="2278063" cy="801688"/>
            </a:xfrm>
            <a:custGeom>
              <a:avLst/>
              <a:gdLst>
                <a:gd name="T0" fmla="*/ 1078 w 1435"/>
                <a:gd name="T1" fmla="*/ 505 h 505"/>
                <a:gd name="T2" fmla="*/ 0 w 1435"/>
                <a:gd name="T3" fmla="*/ 505 h 505"/>
                <a:gd name="T4" fmla="*/ 538 w 1435"/>
                <a:gd name="T5" fmla="*/ 0 h 505"/>
                <a:gd name="T6" fmla="*/ 1435 w 1435"/>
                <a:gd name="T7" fmla="*/ 0 h 505"/>
                <a:gd name="T8" fmla="*/ 1078 w 1435"/>
                <a:gd name="T9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5" h="505">
                  <a:moveTo>
                    <a:pt x="1078" y="505"/>
                  </a:moveTo>
                  <a:lnTo>
                    <a:pt x="0" y="505"/>
                  </a:lnTo>
                  <a:lnTo>
                    <a:pt x="538" y="0"/>
                  </a:lnTo>
                  <a:lnTo>
                    <a:pt x="1435" y="0"/>
                  </a:lnTo>
                  <a:lnTo>
                    <a:pt x="1078" y="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Freeform 8"/>
            <p:cNvSpPr/>
            <p:nvPr/>
          </p:nvSpPr>
          <p:spPr bwMode="auto">
            <a:xfrm>
              <a:off x="1046163" y="4322763"/>
              <a:ext cx="2278063" cy="801688"/>
            </a:xfrm>
            <a:custGeom>
              <a:avLst/>
              <a:gdLst>
                <a:gd name="T0" fmla="*/ 1078 w 1435"/>
                <a:gd name="T1" fmla="*/ 505 h 505"/>
                <a:gd name="T2" fmla="*/ 0 w 1435"/>
                <a:gd name="T3" fmla="*/ 505 h 505"/>
                <a:gd name="T4" fmla="*/ 538 w 1435"/>
                <a:gd name="T5" fmla="*/ 0 h 505"/>
                <a:gd name="T6" fmla="*/ 1435 w 1435"/>
                <a:gd name="T7" fmla="*/ 0 h 505"/>
                <a:gd name="T8" fmla="*/ 1078 w 1435"/>
                <a:gd name="T9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5" h="505">
                  <a:moveTo>
                    <a:pt x="1078" y="505"/>
                  </a:moveTo>
                  <a:lnTo>
                    <a:pt x="0" y="505"/>
                  </a:lnTo>
                  <a:lnTo>
                    <a:pt x="538" y="0"/>
                  </a:lnTo>
                  <a:lnTo>
                    <a:pt x="1435" y="0"/>
                  </a:lnTo>
                  <a:lnTo>
                    <a:pt x="1078" y="50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Freeform 9"/>
            <p:cNvSpPr/>
            <p:nvPr/>
          </p:nvSpPr>
          <p:spPr bwMode="auto">
            <a:xfrm>
              <a:off x="8870951" y="4322763"/>
              <a:ext cx="2278063" cy="801688"/>
            </a:xfrm>
            <a:custGeom>
              <a:avLst/>
              <a:gdLst>
                <a:gd name="T0" fmla="*/ 1435 w 1435"/>
                <a:gd name="T1" fmla="*/ 505 h 505"/>
                <a:gd name="T2" fmla="*/ 357 w 1435"/>
                <a:gd name="T3" fmla="*/ 505 h 505"/>
                <a:gd name="T4" fmla="*/ 0 w 1435"/>
                <a:gd name="T5" fmla="*/ 0 h 505"/>
                <a:gd name="T6" fmla="*/ 897 w 1435"/>
                <a:gd name="T7" fmla="*/ 0 h 505"/>
                <a:gd name="T8" fmla="*/ 1435 w 1435"/>
                <a:gd name="T9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5" h="505">
                  <a:moveTo>
                    <a:pt x="1435" y="505"/>
                  </a:moveTo>
                  <a:lnTo>
                    <a:pt x="357" y="505"/>
                  </a:lnTo>
                  <a:lnTo>
                    <a:pt x="0" y="0"/>
                  </a:lnTo>
                  <a:lnTo>
                    <a:pt x="897" y="0"/>
                  </a:lnTo>
                  <a:lnTo>
                    <a:pt x="1435" y="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Freeform 10"/>
            <p:cNvSpPr/>
            <p:nvPr/>
          </p:nvSpPr>
          <p:spPr bwMode="auto">
            <a:xfrm>
              <a:off x="8870951" y="4322763"/>
              <a:ext cx="2278063" cy="801688"/>
            </a:xfrm>
            <a:custGeom>
              <a:avLst/>
              <a:gdLst>
                <a:gd name="T0" fmla="*/ 1435 w 1435"/>
                <a:gd name="T1" fmla="*/ 505 h 505"/>
                <a:gd name="T2" fmla="*/ 357 w 1435"/>
                <a:gd name="T3" fmla="*/ 505 h 505"/>
                <a:gd name="T4" fmla="*/ 0 w 1435"/>
                <a:gd name="T5" fmla="*/ 0 h 505"/>
                <a:gd name="T6" fmla="*/ 897 w 1435"/>
                <a:gd name="T7" fmla="*/ 0 h 505"/>
                <a:gd name="T8" fmla="*/ 1435 w 1435"/>
                <a:gd name="T9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5" h="505">
                  <a:moveTo>
                    <a:pt x="1435" y="505"/>
                  </a:moveTo>
                  <a:lnTo>
                    <a:pt x="357" y="505"/>
                  </a:lnTo>
                  <a:lnTo>
                    <a:pt x="0" y="0"/>
                  </a:lnTo>
                  <a:lnTo>
                    <a:pt x="897" y="0"/>
                  </a:lnTo>
                  <a:lnTo>
                    <a:pt x="1435" y="50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Freeform 11"/>
            <p:cNvSpPr/>
            <p:nvPr/>
          </p:nvSpPr>
          <p:spPr bwMode="auto">
            <a:xfrm>
              <a:off x="2984501" y="4322763"/>
              <a:ext cx="6248400" cy="801688"/>
            </a:xfrm>
            <a:custGeom>
              <a:avLst/>
              <a:gdLst>
                <a:gd name="T0" fmla="*/ 3936 w 3936"/>
                <a:gd name="T1" fmla="*/ 505 h 505"/>
                <a:gd name="T2" fmla="*/ 0 w 3936"/>
                <a:gd name="T3" fmla="*/ 505 h 505"/>
                <a:gd name="T4" fmla="*/ 333 w 3936"/>
                <a:gd name="T5" fmla="*/ 0 h 505"/>
                <a:gd name="T6" fmla="*/ 3602 w 3936"/>
                <a:gd name="T7" fmla="*/ 0 h 505"/>
                <a:gd name="T8" fmla="*/ 3936 w 3936"/>
                <a:gd name="T9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36" h="505">
                  <a:moveTo>
                    <a:pt x="3936" y="505"/>
                  </a:moveTo>
                  <a:lnTo>
                    <a:pt x="0" y="505"/>
                  </a:lnTo>
                  <a:lnTo>
                    <a:pt x="333" y="0"/>
                  </a:lnTo>
                  <a:lnTo>
                    <a:pt x="3602" y="0"/>
                  </a:lnTo>
                  <a:lnTo>
                    <a:pt x="3936" y="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Freeform 12"/>
            <p:cNvSpPr/>
            <p:nvPr/>
          </p:nvSpPr>
          <p:spPr bwMode="auto">
            <a:xfrm>
              <a:off x="2984501" y="4322763"/>
              <a:ext cx="6248400" cy="801688"/>
            </a:xfrm>
            <a:custGeom>
              <a:avLst/>
              <a:gdLst>
                <a:gd name="T0" fmla="*/ 3936 w 3936"/>
                <a:gd name="T1" fmla="*/ 505 h 505"/>
                <a:gd name="T2" fmla="*/ 0 w 3936"/>
                <a:gd name="T3" fmla="*/ 505 h 505"/>
                <a:gd name="T4" fmla="*/ 333 w 3936"/>
                <a:gd name="T5" fmla="*/ 0 h 505"/>
                <a:gd name="T6" fmla="*/ 3602 w 3936"/>
                <a:gd name="T7" fmla="*/ 0 h 505"/>
                <a:gd name="T8" fmla="*/ 3936 w 3936"/>
                <a:gd name="T9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36" h="505">
                  <a:moveTo>
                    <a:pt x="3936" y="505"/>
                  </a:moveTo>
                  <a:lnTo>
                    <a:pt x="0" y="505"/>
                  </a:lnTo>
                  <a:lnTo>
                    <a:pt x="333" y="0"/>
                  </a:lnTo>
                  <a:lnTo>
                    <a:pt x="3602" y="0"/>
                  </a:lnTo>
                  <a:lnTo>
                    <a:pt x="3936" y="50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Freeform 13"/>
            <p:cNvSpPr/>
            <p:nvPr/>
          </p:nvSpPr>
          <p:spPr bwMode="auto">
            <a:xfrm>
              <a:off x="3295651" y="4322763"/>
              <a:ext cx="190500" cy="39688"/>
            </a:xfrm>
            <a:custGeom>
              <a:avLst/>
              <a:gdLst>
                <a:gd name="T0" fmla="*/ 18 w 120"/>
                <a:gd name="T1" fmla="*/ 0 h 25"/>
                <a:gd name="T2" fmla="*/ 0 w 120"/>
                <a:gd name="T3" fmla="*/ 25 h 25"/>
                <a:gd name="T4" fmla="*/ 120 w 120"/>
                <a:gd name="T5" fmla="*/ 25 h 25"/>
                <a:gd name="T6" fmla="*/ 0 w 120"/>
                <a:gd name="T7" fmla="*/ 25 h 25"/>
                <a:gd name="T8" fmla="*/ 18 w 120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25">
                  <a:moveTo>
                    <a:pt x="18" y="0"/>
                  </a:moveTo>
                  <a:lnTo>
                    <a:pt x="0" y="25"/>
                  </a:lnTo>
                  <a:lnTo>
                    <a:pt x="120" y="25"/>
                  </a:lnTo>
                  <a:lnTo>
                    <a:pt x="0" y="25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Freeform 14"/>
            <p:cNvSpPr/>
            <p:nvPr/>
          </p:nvSpPr>
          <p:spPr bwMode="auto">
            <a:xfrm>
              <a:off x="3295651" y="4322763"/>
              <a:ext cx="190500" cy="39688"/>
            </a:xfrm>
            <a:custGeom>
              <a:avLst/>
              <a:gdLst>
                <a:gd name="T0" fmla="*/ 18 w 120"/>
                <a:gd name="T1" fmla="*/ 0 h 25"/>
                <a:gd name="T2" fmla="*/ 0 w 120"/>
                <a:gd name="T3" fmla="*/ 25 h 25"/>
                <a:gd name="T4" fmla="*/ 120 w 120"/>
                <a:gd name="T5" fmla="*/ 25 h 25"/>
                <a:gd name="T6" fmla="*/ 0 w 120"/>
                <a:gd name="T7" fmla="*/ 25 h 25"/>
                <a:gd name="T8" fmla="*/ 18 w 120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25">
                  <a:moveTo>
                    <a:pt x="18" y="0"/>
                  </a:moveTo>
                  <a:lnTo>
                    <a:pt x="0" y="25"/>
                  </a:lnTo>
                  <a:lnTo>
                    <a:pt x="120" y="25"/>
                  </a:lnTo>
                  <a:lnTo>
                    <a:pt x="0" y="25"/>
                  </a:lnTo>
                  <a:lnTo>
                    <a:pt x="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Freeform 15"/>
            <p:cNvSpPr/>
            <p:nvPr/>
          </p:nvSpPr>
          <p:spPr bwMode="auto">
            <a:xfrm>
              <a:off x="2051051" y="4362450"/>
              <a:ext cx="8112125" cy="793750"/>
            </a:xfrm>
            <a:custGeom>
              <a:avLst/>
              <a:gdLst>
                <a:gd name="T0" fmla="*/ 4315 w 5110"/>
                <a:gd name="T1" fmla="*/ 0 h 500"/>
                <a:gd name="T2" fmla="*/ 4204 w 5110"/>
                <a:gd name="T3" fmla="*/ 0 h 500"/>
                <a:gd name="T4" fmla="*/ 4524 w 5110"/>
                <a:gd name="T5" fmla="*/ 480 h 500"/>
                <a:gd name="T6" fmla="*/ 588 w 5110"/>
                <a:gd name="T7" fmla="*/ 480 h 500"/>
                <a:gd name="T8" fmla="*/ 904 w 5110"/>
                <a:gd name="T9" fmla="*/ 0 h 500"/>
                <a:gd name="T10" fmla="*/ 784 w 5110"/>
                <a:gd name="T11" fmla="*/ 0 h 500"/>
                <a:gd name="T12" fmla="*/ 445 w 5110"/>
                <a:gd name="T13" fmla="*/ 480 h 500"/>
                <a:gd name="T14" fmla="*/ 0 w 5110"/>
                <a:gd name="T15" fmla="*/ 480 h 500"/>
                <a:gd name="T16" fmla="*/ 0 w 5110"/>
                <a:gd name="T17" fmla="*/ 500 h 500"/>
                <a:gd name="T18" fmla="*/ 5110 w 5110"/>
                <a:gd name="T19" fmla="*/ 500 h 500"/>
                <a:gd name="T20" fmla="*/ 5110 w 5110"/>
                <a:gd name="T21" fmla="*/ 480 h 500"/>
                <a:gd name="T22" fmla="*/ 4653 w 5110"/>
                <a:gd name="T23" fmla="*/ 480 h 500"/>
                <a:gd name="T24" fmla="*/ 4315 w 5110"/>
                <a:gd name="T25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10" h="500">
                  <a:moveTo>
                    <a:pt x="4315" y="0"/>
                  </a:moveTo>
                  <a:lnTo>
                    <a:pt x="4204" y="0"/>
                  </a:lnTo>
                  <a:lnTo>
                    <a:pt x="4524" y="480"/>
                  </a:lnTo>
                  <a:lnTo>
                    <a:pt x="588" y="480"/>
                  </a:lnTo>
                  <a:lnTo>
                    <a:pt x="904" y="0"/>
                  </a:lnTo>
                  <a:lnTo>
                    <a:pt x="784" y="0"/>
                  </a:lnTo>
                  <a:lnTo>
                    <a:pt x="445" y="480"/>
                  </a:lnTo>
                  <a:lnTo>
                    <a:pt x="0" y="480"/>
                  </a:lnTo>
                  <a:lnTo>
                    <a:pt x="0" y="500"/>
                  </a:lnTo>
                  <a:lnTo>
                    <a:pt x="5110" y="500"/>
                  </a:lnTo>
                  <a:lnTo>
                    <a:pt x="5110" y="480"/>
                  </a:lnTo>
                  <a:lnTo>
                    <a:pt x="4653" y="480"/>
                  </a:lnTo>
                  <a:lnTo>
                    <a:pt x="4315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Freeform 16"/>
            <p:cNvSpPr/>
            <p:nvPr/>
          </p:nvSpPr>
          <p:spPr bwMode="auto">
            <a:xfrm>
              <a:off x="2051051" y="4362450"/>
              <a:ext cx="8112125" cy="793750"/>
            </a:xfrm>
            <a:custGeom>
              <a:avLst/>
              <a:gdLst>
                <a:gd name="T0" fmla="*/ 4315 w 5110"/>
                <a:gd name="T1" fmla="*/ 0 h 500"/>
                <a:gd name="T2" fmla="*/ 4204 w 5110"/>
                <a:gd name="T3" fmla="*/ 0 h 500"/>
                <a:gd name="T4" fmla="*/ 4524 w 5110"/>
                <a:gd name="T5" fmla="*/ 480 h 500"/>
                <a:gd name="T6" fmla="*/ 588 w 5110"/>
                <a:gd name="T7" fmla="*/ 480 h 500"/>
                <a:gd name="T8" fmla="*/ 904 w 5110"/>
                <a:gd name="T9" fmla="*/ 0 h 500"/>
                <a:gd name="T10" fmla="*/ 784 w 5110"/>
                <a:gd name="T11" fmla="*/ 0 h 500"/>
                <a:gd name="T12" fmla="*/ 445 w 5110"/>
                <a:gd name="T13" fmla="*/ 480 h 500"/>
                <a:gd name="T14" fmla="*/ 0 w 5110"/>
                <a:gd name="T15" fmla="*/ 480 h 500"/>
                <a:gd name="T16" fmla="*/ 0 w 5110"/>
                <a:gd name="T17" fmla="*/ 500 h 500"/>
                <a:gd name="T18" fmla="*/ 5110 w 5110"/>
                <a:gd name="T19" fmla="*/ 500 h 500"/>
                <a:gd name="T20" fmla="*/ 5110 w 5110"/>
                <a:gd name="T21" fmla="*/ 480 h 500"/>
                <a:gd name="T22" fmla="*/ 4653 w 5110"/>
                <a:gd name="T23" fmla="*/ 480 h 500"/>
                <a:gd name="T24" fmla="*/ 4315 w 5110"/>
                <a:gd name="T25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10" h="500">
                  <a:moveTo>
                    <a:pt x="4315" y="0"/>
                  </a:moveTo>
                  <a:lnTo>
                    <a:pt x="4204" y="0"/>
                  </a:lnTo>
                  <a:lnTo>
                    <a:pt x="4524" y="480"/>
                  </a:lnTo>
                  <a:lnTo>
                    <a:pt x="588" y="480"/>
                  </a:lnTo>
                  <a:lnTo>
                    <a:pt x="904" y="0"/>
                  </a:lnTo>
                  <a:lnTo>
                    <a:pt x="784" y="0"/>
                  </a:lnTo>
                  <a:lnTo>
                    <a:pt x="445" y="480"/>
                  </a:lnTo>
                  <a:lnTo>
                    <a:pt x="0" y="480"/>
                  </a:lnTo>
                  <a:lnTo>
                    <a:pt x="0" y="500"/>
                  </a:lnTo>
                  <a:lnTo>
                    <a:pt x="5110" y="500"/>
                  </a:lnTo>
                  <a:lnTo>
                    <a:pt x="5110" y="480"/>
                  </a:lnTo>
                  <a:lnTo>
                    <a:pt x="4653" y="480"/>
                  </a:lnTo>
                  <a:lnTo>
                    <a:pt x="431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Freeform 17"/>
            <p:cNvSpPr/>
            <p:nvPr/>
          </p:nvSpPr>
          <p:spPr bwMode="auto">
            <a:xfrm>
              <a:off x="1046163" y="4322763"/>
              <a:ext cx="2278063" cy="801688"/>
            </a:xfrm>
            <a:custGeom>
              <a:avLst/>
              <a:gdLst>
                <a:gd name="T0" fmla="*/ 691 w 691"/>
                <a:gd name="T1" fmla="*/ 0 h 243"/>
                <a:gd name="T2" fmla="*/ 617 w 691"/>
                <a:gd name="T3" fmla="*/ 0 h 243"/>
                <a:gd name="T4" fmla="*/ 617 w 691"/>
                <a:gd name="T5" fmla="*/ 15 h 243"/>
                <a:gd name="T6" fmla="*/ 601 w 691"/>
                <a:gd name="T7" fmla="*/ 31 h 243"/>
                <a:gd name="T8" fmla="*/ 431 w 691"/>
                <a:gd name="T9" fmla="*/ 31 h 243"/>
                <a:gd name="T10" fmla="*/ 414 w 691"/>
                <a:gd name="T11" fmla="*/ 15 h 243"/>
                <a:gd name="T12" fmla="*/ 414 w 691"/>
                <a:gd name="T13" fmla="*/ 0 h 243"/>
                <a:gd name="T14" fmla="*/ 259 w 691"/>
                <a:gd name="T15" fmla="*/ 0 h 243"/>
                <a:gd name="T16" fmla="*/ 0 w 691"/>
                <a:gd name="T17" fmla="*/ 243 h 243"/>
                <a:gd name="T18" fmla="*/ 305 w 691"/>
                <a:gd name="T19" fmla="*/ 243 h 243"/>
                <a:gd name="T20" fmla="*/ 519 w 691"/>
                <a:gd name="T21" fmla="*/ 243 h 243"/>
                <a:gd name="T22" fmla="*/ 682 w 691"/>
                <a:gd name="T23" fmla="*/ 12 h 243"/>
                <a:gd name="T24" fmla="*/ 691 w 691"/>
                <a:gd name="T2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1" h="243">
                  <a:moveTo>
                    <a:pt x="691" y="0"/>
                  </a:moveTo>
                  <a:cubicBezTo>
                    <a:pt x="617" y="0"/>
                    <a:pt x="617" y="0"/>
                    <a:pt x="617" y="0"/>
                  </a:cubicBezTo>
                  <a:cubicBezTo>
                    <a:pt x="617" y="15"/>
                    <a:pt x="617" y="15"/>
                    <a:pt x="617" y="15"/>
                  </a:cubicBezTo>
                  <a:cubicBezTo>
                    <a:pt x="617" y="24"/>
                    <a:pt x="610" y="31"/>
                    <a:pt x="601" y="31"/>
                  </a:cubicBezTo>
                  <a:cubicBezTo>
                    <a:pt x="431" y="31"/>
                    <a:pt x="431" y="31"/>
                    <a:pt x="431" y="31"/>
                  </a:cubicBezTo>
                  <a:cubicBezTo>
                    <a:pt x="422" y="31"/>
                    <a:pt x="414" y="24"/>
                    <a:pt x="414" y="15"/>
                  </a:cubicBezTo>
                  <a:cubicBezTo>
                    <a:pt x="414" y="0"/>
                    <a:pt x="414" y="0"/>
                    <a:pt x="414" y="0"/>
                  </a:cubicBezTo>
                  <a:cubicBezTo>
                    <a:pt x="259" y="0"/>
                    <a:pt x="259" y="0"/>
                    <a:pt x="259" y="0"/>
                  </a:cubicBezTo>
                  <a:cubicBezTo>
                    <a:pt x="0" y="243"/>
                    <a:pt x="0" y="243"/>
                    <a:pt x="0" y="243"/>
                  </a:cubicBezTo>
                  <a:cubicBezTo>
                    <a:pt x="305" y="243"/>
                    <a:pt x="305" y="243"/>
                    <a:pt x="305" y="243"/>
                  </a:cubicBezTo>
                  <a:cubicBezTo>
                    <a:pt x="519" y="243"/>
                    <a:pt x="519" y="243"/>
                    <a:pt x="519" y="243"/>
                  </a:cubicBezTo>
                  <a:cubicBezTo>
                    <a:pt x="682" y="12"/>
                    <a:pt x="682" y="12"/>
                    <a:pt x="682" y="12"/>
                  </a:cubicBezTo>
                  <a:cubicBezTo>
                    <a:pt x="691" y="0"/>
                    <a:pt x="691" y="0"/>
                    <a:pt x="691" y="0"/>
                  </a:cubicBezTo>
                </a:path>
              </a:pathLst>
            </a:custGeom>
            <a:solidFill>
              <a:srgbClr val="324D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Freeform 18"/>
            <p:cNvSpPr/>
            <p:nvPr/>
          </p:nvSpPr>
          <p:spPr bwMode="auto">
            <a:xfrm>
              <a:off x="8870950" y="4322763"/>
              <a:ext cx="2278063" cy="801689"/>
            </a:xfrm>
            <a:custGeom>
              <a:avLst/>
              <a:gdLst>
                <a:gd name="T0" fmla="*/ 432 w 691"/>
                <a:gd name="T1" fmla="*/ 0 h 243"/>
                <a:gd name="T2" fmla="*/ 313 w 691"/>
                <a:gd name="T3" fmla="*/ 0 h 243"/>
                <a:gd name="T4" fmla="*/ 313 w 691"/>
                <a:gd name="T5" fmla="*/ 15 h 243"/>
                <a:gd name="T6" fmla="*/ 296 w 691"/>
                <a:gd name="T7" fmla="*/ 31 h 243"/>
                <a:gd name="T8" fmla="*/ 126 w 691"/>
                <a:gd name="T9" fmla="*/ 31 h 243"/>
                <a:gd name="T10" fmla="*/ 110 w 691"/>
                <a:gd name="T11" fmla="*/ 15 h 243"/>
                <a:gd name="T12" fmla="*/ 110 w 691"/>
                <a:gd name="T13" fmla="*/ 0 h 243"/>
                <a:gd name="T14" fmla="*/ 0 w 691"/>
                <a:gd name="T15" fmla="*/ 0 h 243"/>
                <a:gd name="T16" fmla="*/ 9 w 691"/>
                <a:gd name="T17" fmla="*/ 12 h 243"/>
                <a:gd name="T18" fmla="*/ 9 w 691"/>
                <a:gd name="T19" fmla="*/ 12 h 243"/>
                <a:gd name="T20" fmla="*/ 172 w 691"/>
                <a:gd name="T21" fmla="*/ 243 h 243"/>
                <a:gd name="T22" fmla="*/ 392 w 691"/>
                <a:gd name="T23" fmla="*/ 243 h 243"/>
                <a:gd name="T24" fmla="*/ 691 w 691"/>
                <a:gd name="T25" fmla="*/ 243 h 243"/>
                <a:gd name="T26" fmla="*/ 432 w 691"/>
                <a:gd name="T27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91" h="243">
                  <a:moveTo>
                    <a:pt x="432" y="0"/>
                  </a:moveTo>
                  <a:cubicBezTo>
                    <a:pt x="313" y="0"/>
                    <a:pt x="313" y="0"/>
                    <a:pt x="313" y="0"/>
                  </a:cubicBezTo>
                  <a:cubicBezTo>
                    <a:pt x="313" y="15"/>
                    <a:pt x="313" y="15"/>
                    <a:pt x="313" y="15"/>
                  </a:cubicBezTo>
                  <a:cubicBezTo>
                    <a:pt x="313" y="24"/>
                    <a:pt x="305" y="31"/>
                    <a:pt x="296" y="31"/>
                  </a:cubicBezTo>
                  <a:cubicBezTo>
                    <a:pt x="126" y="31"/>
                    <a:pt x="126" y="31"/>
                    <a:pt x="126" y="31"/>
                  </a:cubicBezTo>
                  <a:cubicBezTo>
                    <a:pt x="117" y="31"/>
                    <a:pt x="110" y="24"/>
                    <a:pt x="110" y="15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72" y="243"/>
                    <a:pt x="172" y="243"/>
                    <a:pt x="172" y="243"/>
                  </a:cubicBezTo>
                  <a:cubicBezTo>
                    <a:pt x="392" y="243"/>
                    <a:pt x="392" y="243"/>
                    <a:pt x="392" y="243"/>
                  </a:cubicBezTo>
                  <a:cubicBezTo>
                    <a:pt x="691" y="243"/>
                    <a:pt x="691" y="243"/>
                    <a:pt x="691" y="243"/>
                  </a:cubicBezTo>
                  <a:cubicBezTo>
                    <a:pt x="432" y="0"/>
                    <a:pt x="432" y="0"/>
                    <a:pt x="432" y="0"/>
                  </a:cubicBezTo>
                </a:path>
              </a:pathLst>
            </a:custGeom>
            <a:solidFill>
              <a:srgbClr val="324D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Freeform 19"/>
            <p:cNvSpPr/>
            <p:nvPr/>
          </p:nvSpPr>
          <p:spPr bwMode="auto">
            <a:xfrm>
              <a:off x="2950367" y="4396581"/>
              <a:ext cx="6248400" cy="801689"/>
            </a:xfrm>
            <a:custGeom>
              <a:avLst/>
              <a:gdLst>
                <a:gd name="T0" fmla="*/ 3602 w 3936"/>
                <a:gd name="T1" fmla="*/ 0 h 505"/>
                <a:gd name="T2" fmla="*/ 333 w 3936"/>
                <a:gd name="T3" fmla="*/ 0 h 505"/>
                <a:gd name="T4" fmla="*/ 316 w 3936"/>
                <a:gd name="T5" fmla="*/ 25 h 505"/>
                <a:gd name="T6" fmla="*/ 316 w 3936"/>
                <a:gd name="T7" fmla="*/ 25 h 505"/>
                <a:gd name="T8" fmla="*/ 0 w 3936"/>
                <a:gd name="T9" fmla="*/ 505 h 505"/>
                <a:gd name="T10" fmla="*/ 3936 w 3936"/>
                <a:gd name="T11" fmla="*/ 505 h 505"/>
                <a:gd name="T12" fmla="*/ 3616 w 3936"/>
                <a:gd name="T13" fmla="*/ 25 h 505"/>
                <a:gd name="T14" fmla="*/ 3616 w 3936"/>
                <a:gd name="T15" fmla="*/ 25 h 505"/>
                <a:gd name="T16" fmla="*/ 3602 w 3936"/>
                <a:gd name="T17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36" h="505">
                  <a:moveTo>
                    <a:pt x="3602" y="0"/>
                  </a:moveTo>
                  <a:lnTo>
                    <a:pt x="333" y="0"/>
                  </a:lnTo>
                  <a:lnTo>
                    <a:pt x="316" y="25"/>
                  </a:lnTo>
                  <a:lnTo>
                    <a:pt x="316" y="25"/>
                  </a:lnTo>
                  <a:lnTo>
                    <a:pt x="0" y="505"/>
                  </a:lnTo>
                  <a:lnTo>
                    <a:pt x="3936" y="505"/>
                  </a:lnTo>
                  <a:lnTo>
                    <a:pt x="3616" y="25"/>
                  </a:lnTo>
                  <a:lnTo>
                    <a:pt x="3616" y="25"/>
                  </a:lnTo>
                  <a:lnTo>
                    <a:pt x="3602" y="0"/>
                  </a:lnTo>
                  <a:close/>
                </a:path>
              </a:pathLst>
            </a:custGeom>
            <a:solidFill>
              <a:srgbClr val="324D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Freeform 20"/>
            <p:cNvSpPr/>
            <p:nvPr/>
          </p:nvSpPr>
          <p:spPr bwMode="auto">
            <a:xfrm>
              <a:off x="2984501" y="4322763"/>
              <a:ext cx="6248400" cy="801688"/>
            </a:xfrm>
            <a:custGeom>
              <a:avLst/>
              <a:gdLst>
                <a:gd name="T0" fmla="*/ 3602 w 3936"/>
                <a:gd name="T1" fmla="*/ 0 h 505"/>
                <a:gd name="T2" fmla="*/ 333 w 3936"/>
                <a:gd name="T3" fmla="*/ 0 h 505"/>
                <a:gd name="T4" fmla="*/ 316 w 3936"/>
                <a:gd name="T5" fmla="*/ 25 h 505"/>
                <a:gd name="T6" fmla="*/ 316 w 3936"/>
                <a:gd name="T7" fmla="*/ 25 h 505"/>
                <a:gd name="T8" fmla="*/ 0 w 3936"/>
                <a:gd name="T9" fmla="*/ 505 h 505"/>
                <a:gd name="T10" fmla="*/ 3936 w 3936"/>
                <a:gd name="T11" fmla="*/ 505 h 505"/>
                <a:gd name="T12" fmla="*/ 3616 w 3936"/>
                <a:gd name="T13" fmla="*/ 25 h 505"/>
                <a:gd name="T14" fmla="*/ 3616 w 3936"/>
                <a:gd name="T15" fmla="*/ 25 h 505"/>
                <a:gd name="T16" fmla="*/ 3602 w 3936"/>
                <a:gd name="T17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36" h="505">
                  <a:moveTo>
                    <a:pt x="3602" y="0"/>
                  </a:moveTo>
                  <a:lnTo>
                    <a:pt x="333" y="0"/>
                  </a:lnTo>
                  <a:lnTo>
                    <a:pt x="316" y="25"/>
                  </a:lnTo>
                  <a:lnTo>
                    <a:pt x="316" y="25"/>
                  </a:lnTo>
                  <a:lnTo>
                    <a:pt x="0" y="505"/>
                  </a:lnTo>
                  <a:lnTo>
                    <a:pt x="3936" y="505"/>
                  </a:lnTo>
                  <a:lnTo>
                    <a:pt x="3616" y="25"/>
                  </a:lnTo>
                  <a:lnTo>
                    <a:pt x="3616" y="25"/>
                  </a:lnTo>
                  <a:lnTo>
                    <a:pt x="360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Freeform 21"/>
            <p:cNvSpPr/>
            <p:nvPr/>
          </p:nvSpPr>
          <p:spPr bwMode="auto">
            <a:xfrm>
              <a:off x="4310063" y="3898900"/>
              <a:ext cx="3575050" cy="615950"/>
            </a:xfrm>
            <a:custGeom>
              <a:avLst/>
              <a:gdLst>
                <a:gd name="T0" fmla="*/ 58 w 1084"/>
                <a:gd name="T1" fmla="*/ 0 h 187"/>
                <a:gd name="T2" fmla="*/ 1026 w 1084"/>
                <a:gd name="T3" fmla="*/ 0 h 187"/>
                <a:gd name="T4" fmla="*/ 1084 w 1084"/>
                <a:gd name="T5" fmla="*/ 59 h 187"/>
                <a:gd name="T6" fmla="*/ 1084 w 1084"/>
                <a:gd name="T7" fmla="*/ 128 h 187"/>
                <a:gd name="T8" fmla="*/ 1026 w 1084"/>
                <a:gd name="T9" fmla="*/ 187 h 187"/>
                <a:gd name="T10" fmla="*/ 58 w 1084"/>
                <a:gd name="T11" fmla="*/ 187 h 187"/>
                <a:gd name="T12" fmla="*/ 0 w 1084"/>
                <a:gd name="T13" fmla="*/ 128 h 187"/>
                <a:gd name="T14" fmla="*/ 0 w 1084"/>
                <a:gd name="T15" fmla="*/ 59 h 187"/>
                <a:gd name="T16" fmla="*/ 58 w 1084"/>
                <a:gd name="T17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84" h="187">
                  <a:moveTo>
                    <a:pt x="58" y="0"/>
                  </a:moveTo>
                  <a:cubicBezTo>
                    <a:pt x="1026" y="0"/>
                    <a:pt x="1026" y="0"/>
                    <a:pt x="1026" y="0"/>
                  </a:cubicBezTo>
                  <a:cubicBezTo>
                    <a:pt x="1058" y="0"/>
                    <a:pt x="1084" y="27"/>
                    <a:pt x="1084" y="59"/>
                  </a:cubicBezTo>
                  <a:cubicBezTo>
                    <a:pt x="1084" y="128"/>
                    <a:pt x="1084" y="128"/>
                    <a:pt x="1084" y="128"/>
                  </a:cubicBezTo>
                  <a:cubicBezTo>
                    <a:pt x="1084" y="161"/>
                    <a:pt x="1058" y="187"/>
                    <a:pt x="1026" y="187"/>
                  </a:cubicBezTo>
                  <a:cubicBezTo>
                    <a:pt x="58" y="187"/>
                    <a:pt x="58" y="187"/>
                    <a:pt x="58" y="187"/>
                  </a:cubicBezTo>
                  <a:cubicBezTo>
                    <a:pt x="26" y="187"/>
                    <a:pt x="0" y="161"/>
                    <a:pt x="0" y="128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27"/>
                    <a:pt x="26" y="0"/>
                    <a:pt x="58" y="0"/>
                  </a:cubicBezTo>
                  <a:close/>
                </a:path>
              </a:pathLst>
            </a:custGeom>
            <a:solidFill>
              <a:srgbClr val="473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Freeform 22"/>
            <p:cNvSpPr/>
            <p:nvPr/>
          </p:nvSpPr>
          <p:spPr bwMode="auto">
            <a:xfrm>
              <a:off x="4300538" y="933450"/>
              <a:ext cx="3594100" cy="2444750"/>
            </a:xfrm>
            <a:custGeom>
              <a:avLst/>
              <a:gdLst>
                <a:gd name="T0" fmla="*/ 1054 w 1090"/>
                <a:gd name="T1" fmla="*/ 742 h 742"/>
                <a:gd name="T2" fmla="*/ 36 w 1090"/>
                <a:gd name="T3" fmla="*/ 742 h 742"/>
                <a:gd name="T4" fmla="*/ 0 w 1090"/>
                <a:gd name="T5" fmla="*/ 706 h 742"/>
                <a:gd name="T6" fmla="*/ 0 w 1090"/>
                <a:gd name="T7" fmla="*/ 36 h 742"/>
                <a:gd name="T8" fmla="*/ 36 w 1090"/>
                <a:gd name="T9" fmla="*/ 0 h 742"/>
                <a:gd name="T10" fmla="*/ 1054 w 1090"/>
                <a:gd name="T11" fmla="*/ 0 h 742"/>
                <a:gd name="T12" fmla="*/ 1090 w 1090"/>
                <a:gd name="T13" fmla="*/ 36 h 742"/>
                <a:gd name="T14" fmla="*/ 1090 w 1090"/>
                <a:gd name="T15" fmla="*/ 706 h 742"/>
                <a:gd name="T16" fmla="*/ 1054 w 1090"/>
                <a:gd name="T17" fmla="*/ 742 h 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90" h="742">
                  <a:moveTo>
                    <a:pt x="1054" y="742"/>
                  </a:moveTo>
                  <a:cubicBezTo>
                    <a:pt x="36" y="742"/>
                    <a:pt x="36" y="742"/>
                    <a:pt x="36" y="742"/>
                  </a:cubicBezTo>
                  <a:cubicBezTo>
                    <a:pt x="16" y="742"/>
                    <a:pt x="0" y="726"/>
                    <a:pt x="0" y="70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1054" y="0"/>
                    <a:pt x="1054" y="0"/>
                    <a:pt x="1054" y="0"/>
                  </a:cubicBezTo>
                  <a:cubicBezTo>
                    <a:pt x="1074" y="0"/>
                    <a:pt x="1090" y="17"/>
                    <a:pt x="1090" y="36"/>
                  </a:cubicBezTo>
                  <a:cubicBezTo>
                    <a:pt x="1090" y="706"/>
                    <a:pt x="1090" y="706"/>
                    <a:pt x="1090" y="706"/>
                  </a:cubicBezTo>
                  <a:cubicBezTo>
                    <a:pt x="1090" y="726"/>
                    <a:pt x="1074" y="742"/>
                    <a:pt x="1054" y="742"/>
                  </a:cubicBezTo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4465638" y="1098550"/>
              <a:ext cx="3263900" cy="1731963"/>
            </a:xfrm>
            <a:prstGeom prst="rect">
              <a:avLst/>
            </a:prstGeom>
            <a:solidFill>
              <a:srgbClr val="282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Freeform 24"/>
            <p:cNvSpPr/>
            <p:nvPr/>
          </p:nvSpPr>
          <p:spPr bwMode="auto">
            <a:xfrm>
              <a:off x="4300538" y="2995613"/>
              <a:ext cx="3594100" cy="382588"/>
            </a:xfrm>
            <a:custGeom>
              <a:avLst/>
              <a:gdLst>
                <a:gd name="T0" fmla="*/ 0 w 1090"/>
                <a:gd name="T1" fmla="*/ 0 h 116"/>
                <a:gd name="T2" fmla="*/ 0 w 1090"/>
                <a:gd name="T3" fmla="*/ 71 h 116"/>
                <a:gd name="T4" fmla="*/ 45 w 1090"/>
                <a:gd name="T5" fmla="*/ 116 h 116"/>
                <a:gd name="T6" fmla="*/ 1045 w 1090"/>
                <a:gd name="T7" fmla="*/ 116 h 116"/>
                <a:gd name="T8" fmla="*/ 1090 w 1090"/>
                <a:gd name="T9" fmla="*/ 71 h 116"/>
                <a:gd name="T10" fmla="*/ 1090 w 1090"/>
                <a:gd name="T11" fmla="*/ 0 h 116"/>
                <a:gd name="T12" fmla="*/ 0 w 1090"/>
                <a:gd name="T13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0" h="116">
                  <a:moveTo>
                    <a:pt x="0" y="0"/>
                  </a:moveTo>
                  <a:cubicBezTo>
                    <a:pt x="0" y="71"/>
                    <a:pt x="0" y="71"/>
                    <a:pt x="0" y="71"/>
                  </a:cubicBezTo>
                  <a:cubicBezTo>
                    <a:pt x="0" y="96"/>
                    <a:pt x="20" y="116"/>
                    <a:pt x="45" y="116"/>
                  </a:cubicBezTo>
                  <a:cubicBezTo>
                    <a:pt x="1045" y="116"/>
                    <a:pt x="1045" y="116"/>
                    <a:pt x="1045" y="116"/>
                  </a:cubicBezTo>
                  <a:cubicBezTo>
                    <a:pt x="1070" y="116"/>
                    <a:pt x="1090" y="96"/>
                    <a:pt x="1090" y="71"/>
                  </a:cubicBezTo>
                  <a:cubicBezTo>
                    <a:pt x="1090" y="0"/>
                    <a:pt x="1090" y="0"/>
                    <a:pt x="109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Oval 25"/>
            <p:cNvSpPr>
              <a:spLocks noChangeArrowheads="1"/>
            </p:cNvSpPr>
            <p:nvPr/>
          </p:nvSpPr>
          <p:spPr bwMode="auto">
            <a:xfrm>
              <a:off x="6032501" y="3121025"/>
              <a:ext cx="131763" cy="131763"/>
            </a:xfrm>
            <a:prstGeom prst="ellipse">
              <a:avLst/>
            </a:pr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Freeform 26"/>
            <p:cNvSpPr/>
            <p:nvPr/>
          </p:nvSpPr>
          <p:spPr bwMode="auto">
            <a:xfrm>
              <a:off x="5702301" y="3378200"/>
              <a:ext cx="790575" cy="487363"/>
            </a:xfrm>
            <a:custGeom>
              <a:avLst/>
              <a:gdLst>
                <a:gd name="T0" fmla="*/ 215 w 240"/>
                <a:gd name="T1" fmla="*/ 0 h 148"/>
                <a:gd name="T2" fmla="*/ 120 w 240"/>
                <a:gd name="T3" fmla="*/ 0 h 148"/>
                <a:gd name="T4" fmla="*/ 25 w 240"/>
                <a:gd name="T5" fmla="*/ 0 h 148"/>
                <a:gd name="T6" fmla="*/ 0 w 240"/>
                <a:gd name="T7" fmla="*/ 148 h 148"/>
                <a:gd name="T8" fmla="*/ 120 w 240"/>
                <a:gd name="T9" fmla="*/ 148 h 148"/>
                <a:gd name="T10" fmla="*/ 240 w 240"/>
                <a:gd name="T11" fmla="*/ 148 h 148"/>
                <a:gd name="T12" fmla="*/ 215 w 240"/>
                <a:gd name="T1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48">
                  <a:moveTo>
                    <a:pt x="215" y="0"/>
                  </a:moveTo>
                  <a:cubicBezTo>
                    <a:pt x="120" y="0"/>
                    <a:pt x="120" y="0"/>
                    <a:pt x="12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6" y="64"/>
                    <a:pt x="0" y="148"/>
                  </a:cubicBezTo>
                  <a:cubicBezTo>
                    <a:pt x="120" y="148"/>
                    <a:pt x="120" y="148"/>
                    <a:pt x="120" y="148"/>
                  </a:cubicBezTo>
                  <a:cubicBezTo>
                    <a:pt x="240" y="148"/>
                    <a:pt x="240" y="148"/>
                    <a:pt x="240" y="148"/>
                  </a:cubicBezTo>
                  <a:cubicBezTo>
                    <a:pt x="214" y="64"/>
                    <a:pt x="215" y="0"/>
                    <a:pt x="21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" name="Freeform 27"/>
            <p:cNvSpPr>
              <a:spLocks noEditPoints="1"/>
            </p:cNvSpPr>
            <p:nvPr/>
          </p:nvSpPr>
          <p:spPr bwMode="auto">
            <a:xfrm>
              <a:off x="5773738" y="3378200"/>
              <a:ext cx="647700" cy="125413"/>
            </a:xfrm>
            <a:custGeom>
              <a:avLst/>
              <a:gdLst>
                <a:gd name="T0" fmla="*/ 194 w 196"/>
                <a:gd name="T1" fmla="*/ 21 h 38"/>
                <a:gd name="T2" fmla="*/ 196 w 196"/>
                <a:gd name="T3" fmla="*/ 38 h 38"/>
                <a:gd name="T4" fmla="*/ 196 w 196"/>
                <a:gd name="T5" fmla="*/ 38 h 38"/>
                <a:gd name="T6" fmla="*/ 194 w 196"/>
                <a:gd name="T7" fmla="*/ 21 h 38"/>
                <a:gd name="T8" fmla="*/ 194 w 196"/>
                <a:gd name="T9" fmla="*/ 21 h 38"/>
                <a:gd name="T10" fmla="*/ 194 w 196"/>
                <a:gd name="T11" fmla="*/ 21 h 38"/>
                <a:gd name="T12" fmla="*/ 194 w 196"/>
                <a:gd name="T13" fmla="*/ 21 h 38"/>
                <a:gd name="T14" fmla="*/ 194 w 196"/>
                <a:gd name="T15" fmla="*/ 21 h 38"/>
                <a:gd name="T16" fmla="*/ 194 w 196"/>
                <a:gd name="T17" fmla="*/ 21 h 38"/>
                <a:gd name="T18" fmla="*/ 194 w 196"/>
                <a:gd name="T19" fmla="*/ 21 h 38"/>
                <a:gd name="T20" fmla="*/ 194 w 196"/>
                <a:gd name="T21" fmla="*/ 21 h 38"/>
                <a:gd name="T22" fmla="*/ 194 w 196"/>
                <a:gd name="T23" fmla="*/ 21 h 38"/>
                <a:gd name="T24" fmla="*/ 194 w 196"/>
                <a:gd name="T25" fmla="*/ 21 h 38"/>
                <a:gd name="T26" fmla="*/ 193 w 196"/>
                <a:gd name="T27" fmla="*/ 0 h 38"/>
                <a:gd name="T28" fmla="*/ 193 w 196"/>
                <a:gd name="T29" fmla="*/ 0 h 38"/>
                <a:gd name="T30" fmla="*/ 193 w 196"/>
                <a:gd name="T31" fmla="*/ 0 h 38"/>
                <a:gd name="T32" fmla="*/ 193 w 196"/>
                <a:gd name="T33" fmla="*/ 0 h 38"/>
                <a:gd name="T34" fmla="*/ 193 w 196"/>
                <a:gd name="T35" fmla="*/ 0 h 38"/>
                <a:gd name="T36" fmla="*/ 193 w 196"/>
                <a:gd name="T37" fmla="*/ 0 h 38"/>
                <a:gd name="T38" fmla="*/ 193 w 196"/>
                <a:gd name="T39" fmla="*/ 0 h 38"/>
                <a:gd name="T40" fmla="*/ 193 w 196"/>
                <a:gd name="T41" fmla="*/ 0 h 38"/>
                <a:gd name="T42" fmla="*/ 193 w 196"/>
                <a:gd name="T43" fmla="*/ 0 h 38"/>
                <a:gd name="T44" fmla="*/ 3 w 196"/>
                <a:gd name="T45" fmla="*/ 0 h 38"/>
                <a:gd name="T46" fmla="*/ 0 w 196"/>
                <a:gd name="T47" fmla="*/ 38 h 38"/>
                <a:gd name="T48" fmla="*/ 0 w 196"/>
                <a:gd name="T49" fmla="*/ 38 h 38"/>
                <a:gd name="T50" fmla="*/ 3 w 196"/>
                <a:gd name="T51" fmla="*/ 0 h 38"/>
                <a:gd name="T52" fmla="*/ 193 w 196"/>
                <a:gd name="T53" fmla="*/ 0 h 38"/>
                <a:gd name="T54" fmla="*/ 193 w 196"/>
                <a:gd name="T55" fmla="*/ 0 h 38"/>
                <a:gd name="T56" fmla="*/ 193 w 196"/>
                <a:gd name="T57" fmla="*/ 0 h 38"/>
                <a:gd name="T58" fmla="*/ 3 w 196"/>
                <a:gd name="T59" fmla="*/ 0 h 38"/>
                <a:gd name="T60" fmla="*/ 3 w 196"/>
                <a:gd name="T61" fmla="*/ 0 h 38"/>
                <a:gd name="T62" fmla="*/ 3 w 196"/>
                <a:gd name="T63" fmla="*/ 0 h 38"/>
                <a:gd name="T64" fmla="*/ 193 w 196"/>
                <a:gd name="T65" fmla="*/ 0 h 38"/>
                <a:gd name="T66" fmla="*/ 193 w 196"/>
                <a:gd name="T67" fmla="*/ 0 h 38"/>
                <a:gd name="T68" fmla="*/ 193 w 196"/>
                <a:gd name="T69" fmla="*/ 0 h 38"/>
                <a:gd name="T70" fmla="*/ 3 w 196"/>
                <a:gd name="T71" fmla="*/ 0 h 38"/>
                <a:gd name="T72" fmla="*/ 3 w 196"/>
                <a:gd name="T73" fmla="*/ 0 h 38"/>
                <a:gd name="T74" fmla="*/ 3 w 196"/>
                <a:gd name="T75" fmla="*/ 0 h 38"/>
                <a:gd name="T76" fmla="*/ 3 w 196"/>
                <a:gd name="T77" fmla="*/ 0 h 38"/>
                <a:gd name="T78" fmla="*/ 3 w 196"/>
                <a:gd name="T79" fmla="*/ 0 h 38"/>
                <a:gd name="T80" fmla="*/ 3 w 196"/>
                <a:gd name="T81" fmla="*/ 0 h 38"/>
                <a:gd name="T82" fmla="*/ 193 w 196"/>
                <a:gd name="T83" fmla="*/ 0 h 38"/>
                <a:gd name="T84" fmla="*/ 193 w 196"/>
                <a:gd name="T85" fmla="*/ 0 h 38"/>
                <a:gd name="T86" fmla="*/ 193 w 196"/>
                <a:gd name="T8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6" h="38">
                  <a:moveTo>
                    <a:pt x="194" y="21"/>
                  </a:moveTo>
                  <a:cubicBezTo>
                    <a:pt x="194" y="26"/>
                    <a:pt x="195" y="32"/>
                    <a:pt x="196" y="38"/>
                  </a:cubicBezTo>
                  <a:cubicBezTo>
                    <a:pt x="196" y="38"/>
                    <a:pt x="196" y="38"/>
                    <a:pt x="196" y="38"/>
                  </a:cubicBezTo>
                  <a:cubicBezTo>
                    <a:pt x="195" y="32"/>
                    <a:pt x="194" y="26"/>
                    <a:pt x="194" y="21"/>
                  </a:cubicBezTo>
                  <a:moveTo>
                    <a:pt x="194" y="21"/>
                  </a:move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moveTo>
                    <a:pt x="194" y="21"/>
                  </a:move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moveTo>
                    <a:pt x="194" y="21"/>
                  </a:move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moveTo>
                    <a:pt x="3" y="0"/>
                  </a:moveTo>
                  <a:cubicBezTo>
                    <a:pt x="3" y="1"/>
                    <a:pt x="3" y="1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3" y="15"/>
                    <a:pt x="3" y="1"/>
                    <a:pt x="3" y="0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</a:path>
              </a:pathLst>
            </a:cu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" name="Freeform 28"/>
            <p:cNvSpPr/>
            <p:nvPr/>
          </p:nvSpPr>
          <p:spPr bwMode="auto">
            <a:xfrm>
              <a:off x="5773738" y="3378200"/>
              <a:ext cx="647700" cy="125413"/>
            </a:xfrm>
            <a:custGeom>
              <a:avLst/>
              <a:gdLst>
                <a:gd name="T0" fmla="*/ 193 w 196"/>
                <a:gd name="T1" fmla="*/ 0 h 38"/>
                <a:gd name="T2" fmla="*/ 98 w 196"/>
                <a:gd name="T3" fmla="*/ 0 h 38"/>
                <a:gd name="T4" fmla="*/ 3 w 196"/>
                <a:gd name="T5" fmla="*/ 0 h 38"/>
                <a:gd name="T6" fmla="*/ 3 w 196"/>
                <a:gd name="T7" fmla="*/ 0 h 38"/>
                <a:gd name="T8" fmla="*/ 3 w 196"/>
                <a:gd name="T9" fmla="*/ 0 h 38"/>
                <a:gd name="T10" fmla="*/ 3 w 196"/>
                <a:gd name="T11" fmla="*/ 0 h 38"/>
                <a:gd name="T12" fmla="*/ 3 w 196"/>
                <a:gd name="T13" fmla="*/ 0 h 38"/>
                <a:gd name="T14" fmla="*/ 3 w 196"/>
                <a:gd name="T15" fmla="*/ 0 h 38"/>
                <a:gd name="T16" fmla="*/ 3 w 196"/>
                <a:gd name="T17" fmla="*/ 0 h 38"/>
                <a:gd name="T18" fmla="*/ 3 w 196"/>
                <a:gd name="T19" fmla="*/ 0 h 38"/>
                <a:gd name="T20" fmla="*/ 0 w 196"/>
                <a:gd name="T21" fmla="*/ 38 h 38"/>
                <a:gd name="T22" fmla="*/ 196 w 196"/>
                <a:gd name="T23" fmla="*/ 38 h 38"/>
                <a:gd name="T24" fmla="*/ 194 w 196"/>
                <a:gd name="T25" fmla="*/ 21 h 38"/>
                <a:gd name="T26" fmla="*/ 194 w 196"/>
                <a:gd name="T27" fmla="*/ 21 h 38"/>
                <a:gd name="T28" fmla="*/ 194 w 196"/>
                <a:gd name="T29" fmla="*/ 21 h 38"/>
                <a:gd name="T30" fmla="*/ 194 w 196"/>
                <a:gd name="T31" fmla="*/ 21 h 38"/>
                <a:gd name="T32" fmla="*/ 194 w 196"/>
                <a:gd name="T33" fmla="*/ 21 h 38"/>
                <a:gd name="T34" fmla="*/ 194 w 196"/>
                <a:gd name="T35" fmla="*/ 21 h 38"/>
                <a:gd name="T36" fmla="*/ 194 w 196"/>
                <a:gd name="T37" fmla="*/ 21 h 38"/>
                <a:gd name="T38" fmla="*/ 193 w 196"/>
                <a:gd name="T39" fmla="*/ 0 h 38"/>
                <a:gd name="T40" fmla="*/ 193 w 196"/>
                <a:gd name="T41" fmla="*/ 0 h 38"/>
                <a:gd name="T42" fmla="*/ 193 w 196"/>
                <a:gd name="T43" fmla="*/ 0 h 38"/>
                <a:gd name="T44" fmla="*/ 193 w 196"/>
                <a:gd name="T45" fmla="*/ 0 h 38"/>
                <a:gd name="T46" fmla="*/ 193 w 196"/>
                <a:gd name="T47" fmla="*/ 0 h 38"/>
                <a:gd name="T48" fmla="*/ 193 w 196"/>
                <a:gd name="T49" fmla="*/ 0 h 38"/>
                <a:gd name="T50" fmla="*/ 193 w 196"/>
                <a:gd name="T51" fmla="*/ 0 h 38"/>
                <a:gd name="T52" fmla="*/ 193 w 196"/>
                <a:gd name="T53" fmla="*/ 0 h 38"/>
                <a:gd name="T54" fmla="*/ 193 w 196"/>
                <a:gd name="T55" fmla="*/ 0 h 38"/>
                <a:gd name="T56" fmla="*/ 193 w 196"/>
                <a:gd name="T57" fmla="*/ 0 h 38"/>
                <a:gd name="T58" fmla="*/ 193 w 196"/>
                <a:gd name="T59" fmla="*/ 0 h 38"/>
                <a:gd name="T60" fmla="*/ 193 w 196"/>
                <a:gd name="T61" fmla="*/ 0 h 38"/>
                <a:gd name="T62" fmla="*/ 193 w 196"/>
                <a:gd name="T6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6" h="38">
                  <a:moveTo>
                    <a:pt x="193" y="0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3" y="15"/>
                    <a:pt x="0" y="38"/>
                  </a:cubicBezTo>
                  <a:cubicBezTo>
                    <a:pt x="196" y="38"/>
                    <a:pt x="196" y="38"/>
                    <a:pt x="196" y="38"/>
                  </a:cubicBezTo>
                  <a:cubicBezTo>
                    <a:pt x="195" y="32"/>
                    <a:pt x="194" y="26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3" y="9"/>
                    <a:pt x="193" y="2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</a:path>
              </a:pathLst>
            </a:cu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" name="Rectangle 29"/>
            <p:cNvSpPr>
              <a:spLocks noChangeArrowheads="1"/>
            </p:cNvSpPr>
            <p:nvPr/>
          </p:nvSpPr>
          <p:spPr bwMode="auto">
            <a:xfrm>
              <a:off x="2051051" y="5156200"/>
              <a:ext cx="8112125" cy="73501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" name="Rectangle 30"/>
            <p:cNvSpPr>
              <a:spLocks noChangeArrowheads="1"/>
            </p:cNvSpPr>
            <p:nvPr/>
          </p:nvSpPr>
          <p:spPr bwMode="auto">
            <a:xfrm>
              <a:off x="1046163" y="5124450"/>
              <a:ext cx="1711325" cy="800100"/>
            </a:xfrm>
            <a:prstGeom prst="rect">
              <a:avLst/>
            </a:prstGeom>
            <a:solidFill>
              <a:srgbClr val="324D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" name="Rectangle 31"/>
            <p:cNvSpPr>
              <a:spLocks noChangeArrowheads="1"/>
            </p:cNvSpPr>
            <p:nvPr/>
          </p:nvSpPr>
          <p:spPr bwMode="auto">
            <a:xfrm>
              <a:off x="9437687" y="5124450"/>
              <a:ext cx="1711324" cy="800100"/>
            </a:xfrm>
            <a:prstGeom prst="rect">
              <a:avLst/>
            </a:prstGeom>
            <a:solidFill>
              <a:srgbClr val="324D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2984501" y="5124450"/>
              <a:ext cx="6248400" cy="800100"/>
            </a:xfrm>
            <a:prstGeom prst="rect">
              <a:avLst/>
            </a:prstGeom>
            <a:solidFill>
              <a:srgbClr val="324D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" name="Freeform 33"/>
            <p:cNvSpPr>
              <a:spLocks noEditPoints="1"/>
            </p:cNvSpPr>
            <p:nvPr/>
          </p:nvSpPr>
          <p:spPr bwMode="auto">
            <a:xfrm>
              <a:off x="4251326" y="3841750"/>
              <a:ext cx="3692525" cy="731838"/>
            </a:xfrm>
            <a:custGeom>
              <a:avLst/>
              <a:gdLst>
                <a:gd name="T0" fmla="*/ 1044 w 1120"/>
                <a:gd name="T1" fmla="*/ 222 h 222"/>
                <a:gd name="T2" fmla="*/ 76 w 1120"/>
                <a:gd name="T3" fmla="*/ 222 h 222"/>
                <a:gd name="T4" fmla="*/ 0 w 1120"/>
                <a:gd name="T5" fmla="*/ 145 h 222"/>
                <a:gd name="T6" fmla="*/ 0 w 1120"/>
                <a:gd name="T7" fmla="*/ 76 h 222"/>
                <a:gd name="T8" fmla="*/ 76 w 1120"/>
                <a:gd name="T9" fmla="*/ 0 h 222"/>
                <a:gd name="T10" fmla="*/ 1044 w 1120"/>
                <a:gd name="T11" fmla="*/ 0 h 222"/>
                <a:gd name="T12" fmla="*/ 1120 w 1120"/>
                <a:gd name="T13" fmla="*/ 76 h 222"/>
                <a:gd name="T14" fmla="*/ 1120 w 1120"/>
                <a:gd name="T15" fmla="*/ 145 h 222"/>
                <a:gd name="T16" fmla="*/ 1044 w 1120"/>
                <a:gd name="T17" fmla="*/ 222 h 222"/>
                <a:gd name="T18" fmla="*/ 76 w 1120"/>
                <a:gd name="T19" fmla="*/ 35 h 222"/>
                <a:gd name="T20" fmla="*/ 35 w 1120"/>
                <a:gd name="T21" fmla="*/ 76 h 222"/>
                <a:gd name="T22" fmla="*/ 35 w 1120"/>
                <a:gd name="T23" fmla="*/ 145 h 222"/>
                <a:gd name="T24" fmla="*/ 76 w 1120"/>
                <a:gd name="T25" fmla="*/ 187 h 222"/>
                <a:gd name="T26" fmla="*/ 1044 w 1120"/>
                <a:gd name="T27" fmla="*/ 187 h 222"/>
                <a:gd name="T28" fmla="*/ 1085 w 1120"/>
                <a:gd name="T29" fmla="*/ 145 h 222"/>
                <a:gd name="T30" fmla="*/ 1085 w 1120"/>
                <a:gd name="T31" fmla="*/ 76 h 222"/>
                <a:gd name="T32" fmla="*/ 1044 w 1120"/>
                <a:gd name="T33" fmla="*/ 35 h 222"/>
                <a:gd name="T34" fmla="*/ 76 w 1120"/>
                <a:gd name="T35" fmla="*/ 35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20" h="222">
                  <a:moveTo>
                    <a:pt x="1044" y="222"/>
                  </a:moveTo>
                  <a:cubicBezTo>
                    <a:pt x="76" y="222"/>
                    <a:pt x="76" y="222"/>
                    <a:pt x="76" y="222"/>
                  </a:cubicBezTo>
                  <a:cubicBezTo>
                    <a:pt x="34" y="222"/>
                    <a:pt x="0" y="187"/>
                    <a:pt x="0" y="145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1044" y="0"/>
                    <a:pt x="1044" y="0"/>
                    <a:pt x="1044" y="0"/>
                  </a:cubicBezTo>
                  <a:cubicBezTo>
                    <a:pt x="1086" y="0"/>
                    <a:pt x="1120" y="34"/>
                    <a:pt x="1120" y="76"/>
                  </a:cubicBezTo>
                  <a:cubicBezTo>
                    <a:pt x="1120" y="145"/>
                    <a:pt x="1120" y="145"/>
                    <a:pt x="1120" y="145"/>
                  </a:cubicBezTo>
                  <a:cubicBezTo>
                    <a:pt x="1120" y="187"/>
                    <a:pt x="1086" y="222"/>
                    <a:pt x="1044" y="222"/>
                  </a:cubicBezTo>
                  <a:close/>
                  <a:moveTo>
                    <a:pt x="76" y="35"/>
                  </a:moveTo>
                  <a:cubicBezTo>
                    <a:pt x="54" y="35"/>
                    <a:pt x="35" y="53"/>
                    <a:pt x="35" y="76"/>
                  </a:cubicBezTo>
                  <a:cubicBezTo>
                    <a:pt x="35" y="145"/>
                    <a:pt x="35" y="145"/>
                    <a:pt x="35" y="145"/>
                  </a:cubicBezTo>
                  <a:cubicBezTo>
                    <a:pt x="35" y="168"/>
                    <a:pt x="54" y="187"/>
                    <a:pt x="76" y="187"/>
                  </a:cubicBezTo>
                  <a:cubicBezTo>
                    <a:pt x="1044" y="187"/>
                    <a:pt x="1044" y="187"/>
                    <a:pt x="1044" y="187"/>
                  </a:cubicBezTo>
                  <a:cubicBezTo>
                    <a:pt x="1066" y="187"/>
                    <a:pt x="1085" y="168"/>
                    <a:pt x="1085" y="145"/>
                  </a:cubicBezTo>
                  <a:cubicBezTo>
                    <a:pt x="1085" y="76"/>
                    <a:pt x="1085" y="76"/>
                    <a:pt x="1085" y="76"/>
                  </a:cubicBezTo>
                  <a:cubicBezTo>
                    <a:pt x="1085" y="53"/>
                    <a:pt x="1066" y="35"/>
                    <a:pt x="1044" y="35"/>
                  </a:cubicBezTo>
                  <a:lnTo>
                    <a:pt x="76" y="35"/>
                  </a:lnTo>
                  <a:close/>
                </a:path>
              </a:pathLst>
            </a:custGeom>
            <a:solidFill>
              <a:srgbClr val="7C63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" name="Freeform 34"/>
            <p:cNvSpPr/>
            <p:nvPr/>
          </p:nvSpPr>
          <p:spPr bwMode="auto">
            <a:xfrm>
              <a:off x="2411413" y="3186113"/>
              <a:ext cx="669925" cy="1239838"/>
            </a:xfrm>
            <a:custGeom>
              <a:avLst/>
              <a:gdLst>
                <a:gd name="T0" fmla="*/ 187 w 203"/>
                <a:gd name="T1" fmla="*/ 376 h 376"/>
                <a:gd name="T2" fmla="*/ 17 w 203"/>
                <a:gd name="T3" fmla="*/ 376 h 376"/>
                <a:gd name="T4" fmla="*/ 0 w 203"/>
                <a:gd name="T5" fmla="*/ 360 h 376"/>
                <a:gd name="T6" fmla="*/ 0 w 203"/>
                <a:gd name="T7" fmla="*/ 0 h 376"/>
                <a:gd name="T8" fmla="*/ 203 w 203"/>
                <a:gd name="T9" fmla="*/ 0 h 376"/>
                <a:gd name="T10" fmla="*/ 203 w 203"/>
                <a:gd name="T11" fmla="*/ 360 h 376"/>
                <a:gd name="T12" fmla="*/ 187 w 203"/>
                <a:gd name="T13" fmla="*/ 376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376">
                  <a:moveTo>
                    <a:pt x="187" y="376"/>
                  </a:moveTo>
                  <a:cubicBezTo>
                    <a:pt x="17" y="376"/>
                    <a:pt x="17" y="376"/>
                    <a:pt x="17" y="376"/>
                  </a:cubicBezTo>
                  <a:cubicBezTo>
                    <a:pt x="8" y="376"/>
                    <a:pt x="0" y="369"/>
                    <a:pt x="0" y="36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3" y="360"/>
                    <a:pt x="203" y="360"/>
                    <a:pt x="203" y="360"/>
                  </a:cubicBezTo>
                  <a:cubicBezTo>
                    <a:pt x="203" y="369"/>
                    <a:pt x="196" y="376"/>
                    <a:pt x="187" y="376"/>
                  </a:cubicBezTo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2481263" y="3246438"/>
              <a:ext cx="536575" cy="968375"/>
            </a:xfrm>
            <a:prstGeom prst="rect">
              <a:avLst/>
            </a:pr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" name="Rectangle 36"/>
            <p:cNvSpPr>
              <a:spLocks noChangeArrowheads="1"/>
            </p:cNvSpPr>
            <p:nvPr/>
          </p:nvSpPr>
          <p:spPr bwMode="auto">
            <a:xfrm>
              <a:off x="2481263" y="3246438"/>
              <a:ext cx="536575" cy="968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" name="Freeform 37"/>
            <p:cNvSpPr/>
            <p:nvPr/>
          </p:nvSpPr>
          <p:spPr bwMode="auto">
            <a:xfrm>
              <a:off x="2519363" y="4425950"/>
              <a:ext cx="455613" cy="65088"/>
            </a:xfrm>
            <a:custGeom>
              <a:avLst/>
              <a:gdLst>
                <a:gd name="T0" fmla="*/ 129 w 138"/>
                <a:gd name="T1" fmla="*/ 20 h 20"/>
                <a:gd name="T2" fmla="*/ 8 w 138"/>
                <a:gd name="T3" fmla="*/ 20 h 20"/>
                <a:gd name="T4" fmla="*/ 0 w 138"/>
                <a:gd name="T5" fmla="*/ 12 h 20"/>
                <a:gd name="T6" fmla="*/ 0 w 138"/>
                <a:gd name="T7" fmla="*/ 0 h 20"/>
                <a:gd name="T8" fmla="*/ 138 w 138"/>
                <a:gd name="T9" fmla="*/ 0 h 20"/>
                <a:gd name="T10" fmla="*/ 138 w 138"/>
                <a:gd name="T11" fmla="*/ 12 h 20"/>
                <a:gd name="T12" fmla="*/ 129 w 138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20">
                  <a:moveTo>
                    <a:pt x="129" y="20"/>
                  </a:moveTo>
                  <a:cubicBezTo>
                    <a:pt x="8" y="20"/>
                    <a:pt x="8" y="20"/>
                    <a:pt x="8" y="20"/>
                  </a:cubicBezTo>
                  <a:cubicBezTo>
                    <a:pt x="4" y="20"/>
                    <a:pt x="0" y="17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8" y="12"/>
                    <a:pt x="138" y="12"/>
                    <a:pt x="138" y="12"/>
                  </a:cubicBezTo>
                  <a:cubicBezTo>
                    <a:pt x="138" y="17"/>
                    <a:pt x="134" y="20"/>
                    <a:pt x="129" y="20"/>
                  </a:cubicBezTo>
                  <a:close/>
                </a:path>
              </a:pathLst>
            </a:custGeom>
            <a:solidFill>
              <a:srgbClr val="282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>
              <a:off x="2733676" y="4214813"/>
              <a:ext cx="26988" cy="101600"/>
            </a:xfrm>
            <a:prstGeom prst="rect">
              <a:avLst/>
            </a:prstGeom>
            <a:solidFill>
              <a:srgbClr val="D2FF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8" name="Rectangle 39"/>
            <p:cNvSpPr>
              <a:spLocks noChangeArrowheads="1"/>
            </p:cNvSpPr>
            <p:nvPr/>
          </p:nvSpPr>
          <p:spPr bwMode="auto">
            <a:xfrm>
              <a:off x="2481263" y="3246438"/>
              <a:ext cx="536575" cy="85725"/>
            </a:xfrm>
            <a:prstGeom prst="rect">
              <a:avLst/>
            </a:pr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9" name="Rectangle 40"/>
            <p:cNvSpPr>
              <a:spLocks noChangeArrowheads="1"/>
            </p:cNvSpPr>
            <p:nvPr/>
          </p:nvSpPr>
          <p:spPr bwMode="auto">
            <a:xfrm>
              <a:off x="2481263" y="3246438"/>
              <a:ext cx="53657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0" name="Freeform 41"/>
            <p:cNvSpPr/>
            <p:nvPr/>
          </p:nvSpPr>
          <p:spPr bwMode="auto">
            <a:xfrm>
              <a:off x="9232901" y="3186113"/>
              <a:ext cx="669925" cy="1239838"/>
            </a:xfrm>
            <a:custGeom>
              <a:avLst/>
              <a:gdLst>
                <a:gd name="T0" fmla="*/ 186 w 203"/>
                <a:gd name="T1" fmla="*/ 376 h 376"/>
                <a:gd name="T2" fmla="*/ 16 w 203"/>
                <a:gd name="T3" fmla="*/ 376 h 376"/>
                <a:gd name="T4" fmla="*/ 0 w 203"/>
                <a:gd name="T5" fmla="*/ 360 h 376"/>
                <a:gd name="T6" fmla="*/ 0 w 203"/>
                <a:gd name="T7" fmla="*/ 0 h 376"/>
                <a:gd name="T8" fmla="*/ 203 w 203"/>
                <a:gd name="T9" fmla="*/ 0 h 376"/>
                <a:gd name="T10" fmla="*/ 203 w 203"/>
                <a:gd name="T11" fmla="*/ 360 h 376"/>
                <a:gd name="T12" fmla="*/ 186 w 203"/>
                <a:gd name="T13" fmla="*/ 376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376">
                  <a:moveTo>
                    <a:pt x="186" y="376"/>
                  </a:moveTo>
                  <a:cubicBezTo>
                    <a:pt x="16" y="376"/>
                    <a:pt x="16" y="376"/>
                    <a:pt x="16" y="376"/>
                  </a:cubicBezTo>
                  <a:cubicBezTo>
                    <a:pt x="7" y="376"/>
                    <a:pt x="0" y="369"/>
                    <a:pt x="0" y="36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3" y="360"/>
                    <a:pt x="203" y="360"/>
                    <a:pt x="203" y="360"/>
                  </a:cubicBezTo>
                  <a:cubicBezTo>
                    <a:pt x="203" y="369"/>
                    <a:pt x="195" y="376"/>
                    <a:pt x="186" y="376"/>
                  </a:cubicBezTo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9302751" y="3246438"/>
              <a:ext cx="533400" cy="968375"/>
            </a:xfrm>
            <a:prstGeom prst="rect">
              <a:avLst/>
            </a:pr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2" name="Rectangle 43"/>
            <p:cNvSpPr>
              <a:spLocks noChangeArrowheads="1"/>
            </p:cNvSpPr>
            <p:nvPr/>
          </p:nvSpPr>
          <p:spPr bwMode="auto">
            <a:xfrm>
              <a:off x="9302751" y="3246438"/>
              <a:ext cx="533400" cy="968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3" name="Freeform 44"/>
            <p:cNvSpPr/>
            <p:nvPr/>
          </p:nvSpPr>
          <p:spPr bwMode="auto">
            <a:xfrm>
              <a:off x="9339263" y="4425950"/>
              <a:ext cx="454025" cy="65088"/>
            </a:xfrm>
            <a:custGeom>
              <a:avLst/>
              <a:gdLst>
                <a:gd name="T0" fmla="*/ 130 w 138"/>
                <a:gd name="T1" fmla="*/ 20 h 20"/>
                <a:gd name="T2" fmla="*/ 9 w 138"/>
                <a:gd name="T3" fmla="*/ 20 h 20"/>
                <a:gd name="T4" fmla="*/ 0 w 138"/>
                <a:gd name="T5" fmla="*/ 12 h 20"/>
                <a:gd name="T6" fmla="*/ 0 w 138"/>
                <a:gd name="T7" fmla="*/ 0 h 20"/>
                <a:gd name="T8" fmla="*/ 138 w 138"/>
                <a:gd name="T9" fmla="*/ 0 h 20"/>
                <a:gd name="T10" fmla="*/ 138 w 138"/>
                <a:gd name="T11" fmla="*/ 12 h 20"/>
                <a:gd name="T12" fmla="*/ 130 w 138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20">
                  <a:moveTo>
                    <a:pt x="130" y="20"/>
                  </a:moveTo>
                  <a:cubicBezTo>
                    <a:pt x="9" y="20"/>
                    <a:pt x="9" y="20"/>
                    <a:pt x="9" y="20"/>
                  </a:cubicBezTo>
                  <a:cubicBezTo>
                    <a:pt x="4" y="20"/>
                    <a:pt x="0" y="17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8" y="12"/>
                    <a:pt x="138" y="12"/>
                    <a:pt x="138" y="12"/>
                  </a:cubicBezTo>
                  <a:cubicBezTo>
                    <a:pt x="138" y="17"/>
                    <a:pt x="134" y="20"/>
                    <a:pt x="130" y="20"/>
                  </a:cubicBezTo>
                  <a:close/>
                </a:path>
              </a:pathLst>
            </a:custGeom>
            <a:solidFill>
              <a:srgbClr val="282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9553576" y="4214813"/>
              <a:ext cx="25400" cy="101600"/>
            </a:xfrm>
            <a:prstGeom prst="rect">
              <a:avLst/>
            </a:prstGeom>
            <a:solidFill>
              <a:srgbClr val="D2FF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9302751" y="3246438"/>
              <a:ext cx="533400" cy="85725"/>
            </a:xfrm>
            <a:prstGeom prst="rect">
              <a:avLst/>
            </a:pr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9302751" y="3246438"/>
              <a:ext cx="53340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7" name="Freeform 48"/>
            <p:cNvSpPr/>
            <p:nvPr/>
          </p:nvSpPr>
          <p:spPr bwMode="auto">
            <a:xfrm>
              <a:off x="4738688" y="4751388"/>
              <a:ext cx="2717800" cy="195263"/>
            </a:xfrm>
            <a:custGeom>
              <a:avLst/>
              <a:gdLst>
                <a:gd name="T0" fmla="*/ 0 w 1712"/>
                <a:gd name="T1" fmla="*/ 123 h 123"/>
                <a:gd name="T2" fmla="*/ 1712 w 1712"/>
                <a:gd name="T3" fmla="*/ 123 h 123"/>
                <a:gd name="T4" fmla="*/ 1583 w 1712"/>
                <a:gd name="T5" fmla="*/ 0 h 123"/>
                <a:gd name="T6" fmla="*/ 129 w 1712"/>
                <a:gd name="T7" fmla="*/ 0 h 123"/>
                <a:gd name="T8" fmla="*/ 0 w 1712"/>
                <a:gd name="T9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2" h="123">
                  <a:moveTo>
                    <a:pt x="0" y="123"/>
                  </a:moveTo>
                  <a:lnTo>
                    <a:pt x="1712" y="123"/>
                  </a:lnTo>
                  <a:lnTo>
                    <a:pt x="1583" y="0"/>
                  </a:lnTo>
                  <a:lnTo>
                    <a:pt x="129" y="0"/>
                  </a:lnTo>
                  <a:lnTo>
                    <a:pt x="0" y="123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8" name="Freeform 49"/>
            <p:cNvSpPr/>
            <p:nvPr/>
          </p:nvSpPr>
          <p:spPr bwMode="auto">
            <a:xfrm>
              <a:off x="4851401" y="4787900"/>
              <a:ext cx="2492375" cy="122238"/>
            </a:xfrm>
            <a:custGeom>
              <a:avLst/>
              <a:gdLst>
                <a:gd name="T0" fmla="*/ 0 w 1570"/>
                <a:gd name="T1" fmla="*/ 77 h 77"/>
                <a:gd name="T2" fmla="*/ 83 w 1570"/>
                <a:gd name="T3" fmla="*/ 0 h 77"/>
                <a:gd name="T4" fmla="*/ 1487 w 1570"/>
                <a:gd name="T5" fmla="*/ 0 h 77"/>
                <a:gd name="T6" fmla="*/ 1570 w 1570"/>
                <a:gd name="T7" fmla="*/ 77 h 77"/>
                <a:gd name="T8" fmla="*/ 0 w 1570"/>
                <a:gd name="T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0" h="77">
                  <a:moveTo>
                    <a:pt x="0" y="77"/>
                  </a:moveTo>
                  <a:lnTo>
                    <a:pt x="83" y="0"/>
                  </a:lnTo>
                  <a:lnTo>
                    <a:pt x="1487" y="0"/>
                  </a:lnTo>
                  <a:lnTo>
                    <a:pt x="1570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9" name="Rectangle 50"/>
            <p:cNvSpPr>
              <a:spLocks noChangeArrowheads="1"/>
            </p:cNvSpPr>
            <p:nvPr/>
          </p:nvSpPr>
          <p:spPr bwMode="auto">
            <a:xfrm>
              <a:off x="6091238" y="4764088"/>
              <a:ext cx="12700" cy="165100"/>
            </a:xfrm>
            <a:prstGeom prst="rect">
              <a:avLst/>
            </a:pr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0" name="Freeform 51"/>
            <p:cNvSpPr/>
            <p:nvPr/>
          </p:nvSpPr>
          <p:spPr bwMode="auto">
            <a:xfrm>
              <a:off x="6091238" y="4764088"/>
              <a:ext cx="12700" cy="165100"/>
            </a:xfrm>
            <a:custGeom>
              <a:avLst/>
              <a:gdLst>
                <a:gd name="T0" fmla="*/ 8 w 8"/>
                <a:gd name="T1" fmla="*/ 104 h 104"/>
                <a:gd name="T2" fmla="*/ 8 w 8"/>
                <a:gd name="T3" fmla="*/ 0 h 104"/>
                <a:gd name="T4" fmla="*/ 0 w 8"/>
                <a:gd name="T5" fmla="*/ 0 h 104"/>
                <a:gd name="T6" fmla="*/ 0 w 8"/>
                <a:gd name="T7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04">
                  <a:moveTo>
                    <a:pt x="8" y="104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1" name="Freeform 52"/>
            <p:cNvSpPr/>
            <p:nvPr/>
          </p:nvSpPr>
          <p:spPr bwMode="auto">
            <a:xfrm>
              <a:off x="5949951" y="4764088"/>
              <a:ext cx="31750" cy="168275"/>
            </a:xfrm>
            <a:custGeom>
              <a:avLst/>
              <a:gdLst>
                <a:gd name="T0" fmla="*/ 8 w 20"/>
                <a:gd name="T1" fmla="*/ 106 h 106"/>
                <a:gd name="T2" fmla="*/ 20 w 20"/>
                <a:gd name="T3" fmla="*/ 3 h 106"/>
                <a:gd name="T4" fmla="*/ 12 w 20"/>
                <a:gd name="T5" fmla="*/ 0 h 106"/>
                <a:gd name="T6" fmla="*/ 0 w 20"/>
                <a:gd name="T7" fmla="*/ 104 h 106"/>
                <a:gd name="T8" fmla="*/ 8 w 20"/>
                <a:gd name="T9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06">
                  <a:moveTo>
                    <a:pt x="8" y="106"/>
                  </a:moveTo>
                  <a:lnTo>
                    <a:pt x="20" y="3"/>
                  </a:lnTo>
                  <a:lnTo>
                    <a:pt x="12" y="0"/>
                  </a:lnTo>
                  <a:lnTo>
                    <a:pt x="0" y="104"/>
                  </a:lnTo>
                  <a:lnTo>
                    <a:pt x="8" y="106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2" name="Freeform 53"/>
            <p:cNvSpPr/>
            <p:nvPr/>
          </p:nvSpPr>
          <p:spPr bwMode="auto">
            <a:xfrm>
              <a:off x="5949951" y="4764088"/>
              <a:ext cx="31750" cy="168275"/>
            </a:xfrm>
            <a:custGeom>
              <a:avLst/>
              <a:gdLst>
                <a:gd name="T0" fmla="*/ 8 w 20"/>
                <a:gd name="T1" fmla="*/ 106 h 106"/>
                <a:gd name="T2" fmla="*/ 20 w 20"/>
                <a:gd name="T3" fmla="*/ 3 h 106"/>
                <a:gd name="T4" fmla="*/ 12 w 20"/>
                <a:gd name="T5" fmla="*/ 0 h 106"/>
                <a:gd name="T6" fmla="*/ 0 w 20"/>
                <a:gd name="T7" fmla="*/ 10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06">
                  <a:moveTo>
                    <a:pt x="8" y="106"/>
                  </a:moveTo>
                  <a:lnTo>
                    <a:pt x="20" y="3"/>
                  </a:lnTo>
                  <a:lnTo>
                    <a:pt x="12" y="0"/>
                  </a:lnTo>
                  <a:lnTo>
                    <a:pt x="0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3" name="Freeform 54"/>
            <p:cNvSpPr/>
            <p:nvPr/>
          </p:nvSpPr>
          <p:spPr bwMode="auto">
            <a:xfrm>
              <a:off x="5810251" y="4764088"/>
              <a:ext cx="49213" cy="168275"/>
            </a:xfrm>
            <a:custGeom>
              <a:avLst/>
              <a:gdLst>
                <a:gd name="T0" fmla="*/ 9 w 31"/>
                <a:gd name="T1" fmla="*/ 106 h 106"/>
                <a:gd name="T2" fmla="*/ 31 w 31"/>
                <a:gd name="T3" fmla="*/ 3 h 106"/>
                <a:gd name="T4" fmla="*/ 23 w 31"/>
                <a:gd name="T5" fmla="*/ 0 h 106"/>
                <a:gd name="T6" fmla="*/ 0 w 31"/>
                <a:gd name="T7" fmla="*/ 104 h 106"/>
                <a:gd name="T8" fmla="*/ 9 w 31"/>
                <a:gd name="T9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06">
                  <a:moveTo>
                    <a:pt x="9" y="106"/>
                  </a:moveTo>
                  <a:lnTo>
                    <a:pt x="31" y="3"/>
                  </a:lnTo>
                  <a:lnTo>
                    <a:pt x="23" y="0"/>
                  </a:lnTo>
                  <a:lnTo>
                    <a:pt x="0" y="104"/>
                  </a:lnTo>
                  <a:lnTo>
                    <a:pt x="9" y="106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4" name="Freeform 55"/>
            <p:cNvSpPr/>
            <p:nvPr/>
          </p:nvSpPr>
          <p:spPr bwMode="auto">
            <a:xfrm>
              <a:off x="5810251" y="4764088"/>
              <a:ext cx="49213" cy="168275"/>
            </a:xfrm>
            <a:custGeom>
              <a:avLst/>
              <a:gdLst>
                <a:gd name="T0" fmla="*/ 9 w 31"/>
                <a:gd name="T1" fmla="*/ 106 h 106"/>
                <a:gd name="T2" fmla="*/ 31 w 31"/>
                <a:gd name="T3" fmla="*/ 3 h 106"/>
                <a:gd name="T4" fmla="*/ 23 w 31"/>
                <a:gd name="T5" fmla="*/ 0 h 106"/>
                <a:gd name="T6" fmla="*/ 0 w 31"/>
                <a:gd name="T7" fmla="*/ 10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106">
                  <a:moveTo>
                    <a:pt x="9" y="106"/>
                  </a:moveTo>
                  <a:lnTo>
                    <a:pt x="31" y="3"/>
                  </a:lnTo>
                  <a:lnTo>
                    <a:pt x="23" y="0"/>
                  </a:lnTo>
                  <a:lnTo>
                    <a:pt x="0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5" name="Freeform 56"/>
            <p:cNvSpPr/>
            <p:nvPr/>
          </p:nvSpPr>
          <p:spPr bwMode="auto">
            <a:xfrm>
              <a:off x="5668963" y="4764088"/>
              <a:ext cx="66675" cy="168275"/>
            </a:xfrm>
            <a:custGeom>
              <a:avLst/>
              <a:gdLst>
                <a:gd name="T0" fmla="*/ 8 w 42"/>
                <a:gd name="T1" fmla="*/ 106 h 106"/>
                <a:gd name="T2" fmla="*/ 42 w 42"/>
                <a:gd name="T3" fmla="*/ 3 h 106"/>
                <a:gd name="T4" fmla="*/ 35 w 42"/>
                <a:gd name="T5" fmla="*/ 0 h 106"/>
                <a:gd name="T6" fmla="*/ 0 w 42"/>
                <a:gd name="T7" fmla="*/ 104 h 106"/>
                <a:gd name="T8" fmla="*/ 8 w 42"/>
                <a:gd name="T9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06">
                  <a:moveTo>
                    <a:pt x="8" y="106"/>
                  </a:moveTo>
                  <a:lnTo>
                    <a:pt x="42" y="3"/>
                  </a:lnTo>
                  <a:lnTo>
                    <a:pt x="35" y="0"/>
                  </a:lnTo>
                  <a:lnTo>
                    <a:pt x="0" y="104"/>
                  </a:lnTo>
                  <a:lnTo>
                    <a:pt x="8" y="106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6" name="Freeform 57"/>
            <p:cNvSpPr/>
            <p:nvPr/>
          </p:nvSpPr>
          <p:spPr bwMode="auto">
            <a:xfrm>
              <a:off x="5668963" y="4764088"/>
              <a:ext cx="66675" cy="168275"/>
            </a:xfrm>
            <a:custGeom>
              <a:avLst/>
              <a:gdLst>
                <a:gd name="T0" fmla="*/ 8 w 42"/>
                <a:gd name="T1" fmla="*/ 106 h 106"/>
                <a:gd name="T2" fmla="*/ 42 w 42"/>
                <a:gd name="T3" fmla="*/ 3 h 106"/>
                <a:gd name="T4" fmla="*/ 35 w 42"/>
                <a:gd name="T5" fmla="*/ 0 h 106"/>
                <a:gd name="T6" fmla="*/ 0 w 42"/>
                <a:gd name="T7" fmla="*/ 10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106">
                  <a:moveTo>
                    <a:pt x="8" y="106"/>
                  </a:moveTo>
                  <a:lnTo>
                    <a:pt x="42" y="3"/>
                  </a:lnTo>
                  <a:lnTo>
                    <a:pt x="35" y="0"/>
                  </a:lnTo>
                  <a:lnTo>
                    <a:pt x="0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7" name="Freeform 58"/>
            <p:cNvSpPr/>
            <p:nvPr/>
          </p:nvSpPr>
          <p:spPr bwMode="auto">
            <a:xfrm>
              <a:off x="5530851" y="4764088"/>
              <a:ext cx="82550" cy="168275"/>
            </a:xfrm>
            <a:custGeom>
              <a:avLst/>
              <a:gdLst>
                <a:gd name="T0" fmla="*/ 6 w 52"/>
                <a:gd name="T1" fmla="*/ 106 h 106"/>
                <a:gd name="T2" fmla="*/ 52 w 52"/>
                <a:gd name="T3" fmla="*/ 3 h 106"/>
                <a:gd name="T4" fmla="*/ 45 w 52"/>
                <a:gd name="T5" fmla="*/ 0 h 106"/>
                <a:gd name="T6" fmla="*/ 0 w 52"/>
                <a:gd name="T7" fmla="*/ 104 h 106"/>
                <a:gd name="T8" fmla="*/ 6 w 52"/>
                <a:gd name="T9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06">
                  <a:moveTo>
                    <a:pt x="6" y="106"/>
                  </a:moveTo>
                  <a:lnTo>
                    <a:pt x="52" y="3"/>
                  </a:lnTo>
                  <a:lnTo>
                    <a:pt x="45" y="0"/>
                  </a:lnTo>
                  <a:lnTo>
                    <a:pt x="0" y="104"/>
                  </a:lnTo>
                  <a:lnTo>
                    <a:pt x="6" y="106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8" name="Freeform 59"/>
            <p:cNvSpPr/>
            <p:nvPr/>
          </p:nvSpPr>
          <p:spPr bwMode="auto">
            <a:xfrm>
              <a:off x="5530851" y="4764088"/>
              <a:ext cx="82550" cy="168275"/>
            </a:xfrm>
            <a:custGeom>
              <a:avLst/>
              <a:gdLst>
                <a:gd name="T0" fmla="*/ 6 w 52"/>
                <a:gd name="T1" fmla="*/ 106 h 106"/>
                <a:gd name="T2" fmla="*/ 52 w 52"/>
                <a:gd name="T3" fmla="*/ 3 h 106"/>
                <a:gd name="T4" fmla="*/ 45 w 52"/>
                <a:gd name="T5" fmla="*/ 0 h 106"/>
                <a:gd name="T6" fmla="*/ 0 w 52"/>
                <a:gd name="T7" fmla="*/ 10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106">
                  <a:moveTo>
                    <a:pt x="6" y="106"/>
                  </a:moveTo>
                  <a:lnTo>
                    <a:pt x="52" y="3"/>
                  </a:lnTo>
                  <a:lnTo>
                    <a:pt x="45" y="0"/>
                  </a:lnTo>
                  <a:lnTo>
                    <a:pt x="0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9" name="Freeform 60"/>
            <p:cNvSpPr/>
            <p:nvPr/>
          </p:nvSpPr>
          <p:spPr bwMode="auto">
            <a:xfrm>
              <a:off x="5387976" y="4760913"/>
              <a:ext cx="103188" cy="171450"/>
            </a:xfrm>
            <a:custGeom>
              <a:avLst/>
              <a:gdLst>
                <a:gd name="T0" fmla="*/ 9 w 65"/>
                <a:gd name="T1" fmla="*/ 108 h 108"/>
                <a:gd name="T2" fmla="*/ 65 w 65"/>
                <a:gd name="T3" fmla="*/ 5 h 108"/>
                <a:gd name="T4" fmla="*/ 59 w 65"/>
                <a:gd name="T5" fmla="*/ 0 h 108"/>
                <a:gd name="T6" fmla="*/ 0 w 65"/>
                <a:gd name="T7" fmla="*/ 104 h 108"/>
                <a:gd name="T8" fmla="*/ 9 w 65"/>
                <a:gd name="T9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08">
                  <a:moveTo>
                    <a:pt x="9" y="108"/>
                  </a:moveTo>
                  <a:lnTo>
                    <a:pt x="65" y="5"/>
                  </a:lnTo>
                  <a:lnTo>
                    <a:pt x="59" y="0"/>
                  </a:lnTo>
                  <a:lnTo>
                    <a:pt x="0" y="104"/>
                  </a:lnTo>
                  <a:lnTo>
                    <a:pt x="9" y="108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0" name="Freeform 61"/>
            <p:cNvSpPr/>
            <p:nvPr/>
          </p:nvSpPr>
          <p:spPr bwMode="auto">
            <a:xfrm>
              <a:off x="5387976" y="4760913"/>
              <a:ext cx="103188" cy="171450"/>
            </a:xfrm>
            <a:custGeom>
              <a:avLst/>
              <a:gdLst>
                <a:gd name="T0" fmla="*/ 9 w 65"/>
                <a:gd name="T1" fmla="*/ 108 h 108"/>
                <a:gd name="T2" fmla="*/ 65 w 65"/>
                <a:gd name="T3" fmla="*/ 5 h 108"/>
                <a:gd name="T4" fmla="*/ 59 w 65"/>
                <a:gd name="T5" fmla="*/ 0 h 108"/>
                <a:gd name="T6" fmla="*/ 0 w 65"/>
                <a:gd name="T7" fmla="*/ 10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108">
                  <a:moveTo>
                    <a:pt x="9" y="108"/>
                  </a:moveTo>
                  <a:lnTo>
                    <a:pt x="65" y="5"/>
                  </a:lnTo>
                  <a:lnTo>
                    <a:pt x="59" y="0"/>
                  </a:lnTo>
                  <a:lnTo>
                    <a:pt x="0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1" name="Freeform 62"/>
            <p:cNvSpPr/>
            <p:nvPr/>
          </p:nvSpPr>
          <p:spPr bwMode="auto">
            <a:xfrm>
              <a:off x="5249863" y="4760913"/>
              <a:ext cx="119063" cy="174625"/>
            </a:xfrm>
            <a:custGeom>
              <a:avLst/>
              <a:gdLst>
                <a:gd name="T0" fmla="*/ 6 w 75"/>
                <a:gd name="T1" fmla="*/ 110 h 110"/>
                <a:gd name="T2" fmla="*/ 75 w 75"/>
                <a:gd name="T3" fmla="*/ 5 h 110"/>
                <a:gd name="T4" fmla="*/ 67 w 75"/>
                <a:gd name="T5" fmla="*/ 0 h 110"/>
                <a:gd name="T6" fmla="*/ 0 w 75"/>
                <a:gd name="T7" fmla="*/ 104 h 110"/>
                <a:gd name="T8" fmla="*/ 6 w 75"/>
                <a:gd name="T9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110">
                  <a:moveTo>
                    <a:pt x="6" y="110"/>
                  </a:moveTo>
                  <a:lnTo>
                    <a:pt x="75" y="5"/>
                  </a:lnTo>
                  <a:lnTo>
                    <a:pt x="67" y="0"/>
                  </a:lnTo>
                  <a:lnTo>
                    <a:pt x="0" y="104"/>
                  </a:lnTo>
                  <a:lnTo>
                    <a:pt x="6" y="110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2" name="Freeform 63"/>
            <p:cNvSpPr/>
            <p:nvPr/>
          </p:nvSpPr>
          <p:spPr bwMode="auto">
            <a:xfrm>
              <a:off x="5249863" y="4760913"/>
              <a:ext cx="119063" cy="174625"/>
            </a:xfrm>
            <a:custGeom>
              <a:avLst/>
              <a:gdLst>
                <a:gd name="T0" fmla="*/ 6 w 75"/>
                <a:gd name="T1" fmla="*/ 110 h 110"/>
                <a:gd name="T2" fmla="*/ 75 w 75"/>
                <a:gd name="T3" fmla="*/ 5 h 110"/>
                <a:gd name="T4" fmla="*/ 67 w 75"/>
                <a:gd name="T5" fmla="*/ 0 h 110"/>
                <a:gd name="T6" fmla="*/ 0 w 75"/>
                <a:gd name="T7" fmla="*/ 10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110">
                  <a:moveTo>
                    <a:pt x="6" y="110"/>
                  </a:moveTo>
                  <a:lnTo>
                    <a:pt x="75" y="5"/>
                  </a:lnTo>
                  <a:lnTo>
                    <a:pt x="67" y="0"/>
                  </a:lnTo>
                  <a:lnTo>
                    <a:pt x="0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3" name="Freeform 64"/>
            <p:cNvSpPr/>
            <p:nvPr/>
          </p:nvSpPr>
          <p:spPr bwMode="auto">
            <a:xfrm>
              <a:off x="5108576" y="4760913"/>
              <a:ext cx="138113" cy="174625"/>
            </a:xfrm>
            <a:custGeom>
              <a:avLst/>
              <a:gdLst>
                <a:gd name="T0" fmla="*/ 6 w 87"/>
                <a:gd name="T1" fmla="*/ 110 h 110"/>
                <a:gd name="T2" fmla="*/ 87 w 87"/>
                <a:gd name="T3" fmla="*/ 7 h 110"/>
                <a:gd name="T4" fmla="*/ 79 w 87"/>
                <a:gd name="T5" fmla="*/ 0 h 110"/>
                <a:gd name="T6" fmla="*/ 0 w 87"/>
                <a:gd name="T7" fmla="*/ 104 h 110"/>
                <a:gd name="T8" fmla="*/ 6 w 87"/>
                <a:gd name="T9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110">
                  <a:moveTo>
                    <a:pt x="6" y="110"/>
                  </a:moveTo>
                  <a:lnTo>
                    <a:pt x="87" y="7"/>
                  </a:lnTo>
                  <a:lnTo>
                    <a:pt x="79" y="0"/>
                  </a:lnTo>
                  <a:lnTo>
                    <a:pt x="0" y="104"/>
                  </a:lnTo>
                  <a:lnTo>
                    <a:pt x="6" y="110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4" name="Freeform 65"/>
            <p:cNvSpPr/>
            <p:nvPr/>
          </p:nvSpPr>
          <p:spPr bwMode="auto">
            <a:xfrm>
              <a:off x="5108576" y="4760913"/>
              <a:ext cx="138113" cy="174625"/>
            </a:xfrm>
            <a:custGeom>
              <a:avLst/>
              <a:gdLst>
                <a:gd name="T0" fmla="*/ 6 w 87"/>
                <a:gd name="T1" fmla="*/ 110 h 110"/>
                <a:gd name="T2" fmla="*/ 87 w 87"/>
                <a:gd name="T3" fmla="*/ 7 h 110"/>
                <a:gd name="T4" fmla="*/ 79 w 87"/>
                <a:gd name="T5" fmla="*/ 0 h 110"/>
                <a:gd name="T6" fmla="*/ 0 w 87"/>
                <a:gd name="T7" fmla="*/ 10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7" h="110">
                  <a:moveTo>
                    <a:pt x="6" y="110"/>
                  </a:moveTo>
                  <a:lnTo>
                    <a:pt x="87" y="7"/>
                  </a:lnTo>
                  <a:lnTo>
                    <a:pt x="79" y="0"/>
                  </a:lnTo>
                  <a:lnTo>
                    <a:pt x="0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5" name="Freeform 66"/>
            <p:cNvSpPr/>
            <p:nvPr/>
          </p:nvSpPr>
          <p:spPr bwMode="auto">
            <a:xfrm>
              <a:off x="4970463" y="4760913"/>
              <a:ext cx="150813" cy="174625"/>
            </a:xfrm>
            <a:custGeom>
              <a:avLst/>
              <a:gdLst>
                <a:gd name="T0" fmla="*/ 6 w 95"/>
                <a:gd name="T1" fmla="*/ 110 h 110"/>
                <a:gd name="T2" fmla="*/ 95 w 95"/>
                <a:gd name="T3" fmla="*/ 7 h 110"/>
                <a:gd name="T4" fmla="*/ 89 w 95"/>
                <a:gd name="T5" fmla="*/ 0 h 110"/>
                <a:gd name="T6" fmla="*/ 0 w 95"/>
                <a:gd name="T7" fmla="*/ 104 h 110"/>
                <a:gd name="T8" fmla="*/ 6 w 95"/>
                <a:gd name="T9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10">
                  <a:moveTo>
                    <a:pt x="6" y="110"/>
                  </a:moveTo>
                  <a:lnTo>
                    <a:pt x="95" y="7"/>
                  </a:lnTo>
                  <a:lnTo>
                    <a:pt x="89" y="0"/>
                  </a:lnTo>
                  <a:lnTo>
                    <a:pt x="0" y="104"/>
                  </a:lnTo>
                  <a:lnTo>
                    <a:pt x="6" y="110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6" name="Freeform 67"/>
            <p:cNvSpPr/>
            <p:nvPr/>
          </p:nvSpPr>
          <p:spPr bwMode="auto">
            <a:xfrm>
              <a:off x="4970463" y="4760913"/>
              <a:ext cx="150813" cy="174625"/>
            </a:xfrm>
            <a:custGeom>
              <a:avLst/>
              <a:gdLst>
                <a:gd name="T0" fmla="*/ 6 w 95"/>
                <a:gd name="T1" fmla="*/ 110 h 110"/>
                <a:gd name="T2" fmla="*/ 95 w 95"/>
                <a:gd name="T3" fmla="*/ 7 h 110"/>
                <a:gd name="T4" fmla="*/ 89 w 95"/>
                <a:gd name="T5" fmla="*/ 0 h 110"/>
                <a:gd name="T6" fmla="*/ 0 w 95"/>
                <a:gd name="T7" fmla="*/ 10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" h="110">
                  <a:moveTo>
                    <a:pt x="6" y="110"/>
                  </a:moveTo>
                  <a:lnTo>
                    <a:pt x="95" y="7"/>
                  </a:lnTo>
                  <a:lnTo>
                    <a:pt x="89" y="0"/>
                  </a:lnTo>
                  <a:lnTo>
                    <a:pt x="0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7" name="Freeform 68"/>
            <p:cNvSpPr/>
            <p:nvPr/>
          </p:nvSpPr>
          <p:spPr bwMode="auto">
            <a:xfrm>
              <a:off x="6213476" y="4764088"/>
              <a:ext cx="33338" cy="168275"/>
            </a:xfrm>
            <a:custGeom>
              <a:avLst/>
              <a:gdLst>
                <a:gd name="T0" fmla="*/ 0 w 21"/>
                <a:gd name="T1" fmla="*/ 3 h 106"/>
                <a:gd name="T2" fmla="*/ 12 w 21"/>
                <a:gd name="T3" fmla="*/ 106 h 106"/>
                <a:gd name="T4" fmla="*/ 21 w 21"/>
                <a:gd name="T5" fmla="*/ 104 h 106"/>
                <a:gd name="T6" fmla="*/ 8 w 21"/>
                <a:gd name="T7" fmla="*/ 0 h 106"/>
                <a:gd name="T8" fmla="*/ 0 w 21"/>
                <a:gd name="T9" fmla="*/ 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06">
                  <a:moveTo>
                    <a:pt x="0" y="3"/>
                  </a:moveTo>
                  <a:lnTo>
                    <a:pt x="12" y="106"/>
                  </a:lnTo>
                  <a:lnTo>
                    <a:pt x="21" y="104"/>
                  </a:lnTo>
                  <a:lnTo>
                    <a:pt x="8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8" name="Freeform 69"/>
            <p:cNvSpPr/>
            <p:nvPr/>
          </p:nvSpPr>
          <p:spPr bwMode="auto">
            <a:xfrm>
              <a:off x="6213476" y="4764088"/>
              <a:ext cx="33338" cy="168275"/>
            </a:xfrm>
            <a:custGeom>
              <a:avLst/>
              <a:gdLst>
                <a:gd name="T0" fmla="*/ 0 w 21"/>
                <a:gd name="T1" fmla="*/ 3 h 106"/>
                <a:gd name="T2" fmla="*/ 12 w 21"/>
                <a:gd name="T3" fmla="*/ 106 h 106"/>
                <a:gd name="T4" fmla="*/ 21 w 21"/>
                <a:gd name="T5" fmla="*/ 104 h 106"/>
                <a:gd name="T6" fmla="*/ 8 w 21"/>
                <a:gd name="T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06">
                  <a:moveTo>
                    <a:pt x="0" y="3"/>
                  </a:moveTo>
                  <a:lnTo>
                    <a:pt x="12" y="106"/>
                  </a:lnTo>
                  <a:lnTo>
                    <a:pt x="21" y="104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9" name="Freeform 70"/>
            <p:cNvSpPr/>
            <p:nvPr/>
          </p:nvSpPr>
          <p:spPr bwMode="auto">
            <a:xfrm>
              <a:off x="6335713" y="4764088"/>
              <a:ext cx="49213" cy="168275"/>
            </a:xfrm>
            <a:custGeom>
              <a:avLst/>
              <a:gdLst>
                <a:gd name="T0" fmla="*/ 0 w 31"/>
                <a:gd name="T1" fmla="*/ 3 h 106"/>
                <a:gd name="T2" fmla="*/ 22 w 31"/>
                <a:gd name="T3" fmla="*/ 106 h 106"/>
                <a:gd name="T4" fmla="*/ 31 w 31"/>
                <a:gd name="T5" fmla="*/ 104 h 106"/>
                <a:gd name="T6" fmla="*/ 8 w 31"/>
                <a:gd name="T7" fmla="*/ 0 h 106"/>
                <a:gd name="T8" fmla="*/ 0 w 31"/>
                <a:gd name="T9" fmla="*/ 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06">
                  <a:moveTo>
                    <a:pt x="0" y="3"/>
                  </a:moveTo>
                  <a:lnTo>
                    <a:pt x="22" y="106"/>
                  </a:lnTo>
                  <a:lnTo>
                    <a:pt x="31" y="104"/>
                  </a:lnTo>
                  <a:lnTo>
                    <a:pt x="8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0" name="Freeform 71"/>
            <p:cNvSpPr/>
            <p:nvPr/>
          </p:nvSpPr>
          <p:spPr bwMode="auto">
            <a:xfrm>
              <a:off x="6335713" y="4764088"/>
              <a:ext cx="49213" cy="168275"/>
            </a:xfrm>
            <a:custGeom>
              <a:avLst/>
              <a:gdLst>
                <a:gd name="T0" fmla="*/ 0 w 31"/>
                <a:gd name="T1" fmla="*/ 3 h 106"/>
                <a:gd name="T2" fmla="*/ 22 w 31"/>
                <a:gd name="T3" fmla="*/ 106 h 106"/>
                <a:gd name="T4" fmla="*/ 31 w 31"/>
                <a:gd name="T5" fmla="*/ 104 h 106"/>
                <a:gd name="T6" fmla="*/ 8 w 31"/>
                <a:gd name="T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106">
                  <a:moveTo>
                    <a:pt x="0" y="3"/>
                  </a:moveTo>
                  <a:lnTo>
                    <a:pt x="22" y="106"/>
                  </a:lnTo>
                  <a:lnTo>
                    <a:pt x="31" y="104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1" name="Freeform 72"/>
            <p:cNvSpPr/>
            <p:nvPr/>
          </p:nvSpPr>
          <p:spPr bwMode="auto">
            <a:xfrm>
              <a:off x="6461126" y="4764088"/>
              <a:ext cx="65088" cy="168275"/>
            </a:xfrm>
            <a:custGeom>
              <a:avLst/>
              <a:gdLst>
                <a:gd name="T0" fmla="*/ 0 w 41"/>
                <a:gd name="T1" fmla="*/ 3 h 106"/>
                <a:gd name="T2" fmla="*/ 33 w 41"/>
                <a:gd name="T3" fmla="*/ 106 h 106"/>
                <a:gd name="T4" fmla="*/ 41 w 41"/>
                <a:gd name="T5" fmla="*/ 104 h 106"/>
                <a:gd name="T6" fmla="*/ 6 w 41"/>
                <a:gd name="T7" fmla="*/ 0 h 106"/>
                <a:gd name="T8" fmla="*/ 0 w 41"/>
                <a:gd name="T9" fmla="*/ 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06">
                  <a:moveTo>
                    <a:pt x="0" y="3"/>
                  </a:moveTo>
                  <a:lnTo>
                    <a:pt x="33" y="106"/>
                  </a:lnTo>
                  <a:lnTo>
                    <a:pt x="41" y="104"/>
                  </a:lnTo>
                  <a:lnTo>
                    <a:pt x="6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2" name="Freeform 73"/>
            <p:cNvSpPr/>
            <p:nvPr/>
          </p:nvSpPr>
          <p:spPr bwMode="auto">
            <a:xfrm>
              <a:off x="6461126" y="4764088"/>
              <a:ext cx="65088" cy="168275"/>
            </a:xfrm>
            <a:custGeom>
              <a:avLst/>
              <a:gdLst>
                <a:gd name="T0" fmla="*/ 0 w 41"/>
                <a:gd name="T1" fmla="*/ 3 h 106"/>
                <a:gd name="T2" fmla="*/ 33 w 41"/>
                <a:gd name="T3" fmla="*/ 106 h 106"/>
                <a:gd name="T4" fmla="*/ 41 w 41"/>
                <a:gd name="T5" fmla="*/ 104 h 106"/>
                <a:gd name="T6" fmla="*/ 6 w 41"/>
                <a:gd name="T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106">
                  <a:moveTo>
                    <a:pt x="0" y="3"/>
                  </a:moveTo>
                  <a:lnTo>
                    <a:pt x="33" y="106"/>
                  </a:lnTo>
                  <a:lnTo>
                    <a:pt x="41" y="104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3" name="Freeform 74"/>
            <p:cNvSpPr/>
            <p:nvPr/>
          </p:nvSpPr>
          <p:spPr bwMode="auto">
            <a:xfrm>
              <a:off x="6581776" y="4764088"/>
              <a:ext cx="82550" cy="168275"/>
            </a:xfrm>
            <a:custGeom>
              <a:avLst/>
              <a:gdLst>
                <a:gd name="T0" fmla="*/ 0 w 52"/>
                <a:gd name="T1" fmla="*/ 3 h 106"/>
                <a:gd name="T2" fmla="*/ 46 w 52"/>
                <a:gd name="T3" fmla="*/ 106 h 106"/>
                <a:gd name="T4" fmla="*/ 52 w 52"/>
                <a:gd name="T5" fmla="*/ 104 h 106"/>
                <a:gd name="T6" fmla="*/ 7 w 52"/>
                <a:gd name="T7" fmla="*/ 0 h 106"/>
                <a:gd name="T8" fmla="*/ 0 w 52"/>
                <a:gd name="T9" fmla="*/ 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06">
                  <a:moveTo>
                    <a:pt x="0" y="3"/>
                  </a:moveTo>
                  <a:lnTo>
                    <a:pt x="46" y="106"/>
                  </a:lnTo>
                  <a:lnTo>
                    <a:pt x="52" y="104"/>
                  </a:lnTo>
                  <a:lnTo>
                    <a:pt x="7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4" name="Freeform 75"/>
            <p:cNvSpPr/>
            <p:nvPr/>
          </p:nvSpPr>
          <p:spPr bwMode="auto">
            <a:xfrm>
              <a:off x="6581776" y="4764088"/>
              <a:ext cx="82550" cy="168275"/>
            </a:xfrm>
            <a:custGeom>
              <a:avLst/>
              <a:gdLst>
                <a:gd name="T0" fmla="*/ 0 w 52"/>
                <a:gd name="T1" fmla="*/ 3 h 106"/>
                <a:gd name="T2" fmla="*/ 46 w 52"/>
                <a:gd name="T3" fmla="*/ 106 h 106"/>
                <a:gd name="T4" fmla="*/ 52 w 52"/>
                <a:gd name="T5" fmla="*/ 104 h 106"/>
                <a:gd name="T6" fmla="*/ 7 w 52"/>
                <a:gd name="T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106">
                  <a:moveTo>
                    <a:pt x="0" y="3"/>
                  </a:moveTo>
                  <a:lnTo>
                    <a:pt x="46" y="106"/>
                  </a:lnTo>
                  <a:lnTo>
                    <a:pt x="52" y="104"/>
                  </a:lnTo>
                  <a:lnTo>
                    <a:pt x="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5" name="Freeform 76"/>
            <p:cNvSpPr/>
            <p:nvPr/>
          </p:nvSpPr>
          <p:spPr bwMode="auto">
            <a:xfrm>
              <a:off x="6704013" y="4760913"/>
              <a:ext cx="103188" cy="171450"/>
            </a:xfrm>
            <a:custGeom>
              <a:avLst/>
              <a:gdLst>
                <a:gd name="T0" fmla="*/ 0 w 65"/>
                <a:gd name="T1" fmla="*/ 5 h 108"/>
                <a:gd name="T2" fmla="*/ 56 w 65"/>
                <a:gd name="T3" fmla="*/ 108 h 108"/>
                <a:gd name="T4" fmla="*/ 65 w 65"/>
                <a:gd name="T5" fmla="*/ 104 h 108"/>
                <a:gd name="T6" fmla="*/ 6 w 65"/>
                <a:gd name="T7" fmla="*/ 0 h 108"/>
                <a:gd name="T8" fmla="*/ 0 w 65"/>
                <a:gd name="T9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08">
                  <a:moveTo>
                    <a:pt x="0" y="5"/>
                  </a:moveTo>
                  <a:lnTo>
                    <a:pt x="56" y="108"/>
                  </a:lnTo>
                  <a:lnTo>
                    <a:pt x="65" y="104"/>
                  </a:lnTo>
                  <a:lnTo>
                    <a:pt x="6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6" name="Freeform 77"/>
            <p:cNvSpPr/>
            <p:nvPr/>
          </p:nvSpPr>
          <p:spPr bwMode="auto">
            <a:xfrm>
              <a:off x="6704013" y="4760913"/>
              <a:ext cx="103188" cy="171450"/>
            </a:xfrm>
            <a:custGeom>
              <a:avLst/>
              <a:gdLst>
                <a:gd name="T0" fmla="*/ 0 w 65"/>
                <a:gd name="T1" fmla="*/ 5 h 108"/>
                <a:gd name="T2" fmla="*/ 56 w 65"/>
                <a:gd name="T3" fmla="*/ 108 h 108"/>
                <a:gd name="T4" fmla="*/ 65 w 65"/>
                <a:gd name="T5" fmla="*/ 104 h 108"/>
                <a:gd name="T6" fmla="*/ 6 w 65"/>
                <a:gd name="T7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108">
                  <a:moveTo>
                    <a:pt x="0" y="5"/>
                  </a:moveTo>
                  <a:lnTo>
                    <a:pt x="56" y="108"/>
                  </a:lnTo>
                  <a:lnTo>
                    <a:pt x="65" y="104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7" name="Freeform 78"/>
            <p:cNvSpPr/>
            <p:nvPr/>
          </p:nvSpPr>
          <p:spPr bwMode="auto">
            <a:xfrm>
              <a:off x="6826251" y="4760913"/>
              <a:ext cx="119063" cy="174625"/>
            </a:xfrm>
            <a:custGeom>
              <a:avLst/>
              <a:gdLst>
                <a:gd name="T0" fmla="*/ 0 w 75"/>
                <a:gd name="T1" fmla="*/ 5 h 110"/>
                <a:gd name="T2" fmla="*/ 69 w 75"/>
                <a:gd name="T3" fmla="*/ 110 h 110"/>
                <a:gd name="T4" fmla="*/ 75 w 75"/>
                <a:gd name="T5" fmla="*/ 104 h 110"/>
                <a:gd name="T6" fmla="*/ 8 w 75"/>
                <a:gd name="T7" fmla="*/ 0 h 110"/>
                <a:gd name="T8" fmla="*/ 0 w 75"/>
                <a:gd name="T9" fmla="*/ 5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110">
                  <a:moveTo>
                    <a:pt x="0" y="5"/>
                  </a:moveTo>
                  <a:lnTo>
                    <a:pt x="69" y="110"/>
                  </a:lnTo>
                  <a:lnTo>
                    <a:pt x="75" y="104"/>
                  </a:lnTo>
                  <a:lnTo>
                    <a:pt x="8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8" name="Freeform 79"/>
            <p:cNvSpPr/>
            <p:nvPr/>
          </p:nvSpPr>
          <p:spPr bwMode="auto">
            <a:xfrm>
              <a:off x="6826251" y="4760913"/>
              <a:ext cx="119063" cy="174625"/>
            </a:xfrm>
            <a:custGeom>
              <a:avLst/>
              <a:gdLst>
                <a:gd name="T0" fmla="*/ 0 w 75"/>
                <a:gd name="T1" fmla="*/ 5 h 110"/>
                <a:gd name="T2" fmla="*/ 69 w 75"/>
                <a:gd name="T3" fmla="*/ 110 h 110"/>
                <a:gd name="T4" fmla="*/ 75 w 75"/>
                <a:gd name="T5" fmla="*/ 104 h 110"/>
                <a:gd name="T6" fmla="*/ 8 w 75"/>
                <a:gd name="T7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110">
                  <a:moveTo>
                    <a:pt x="0" y="5"/>
                  </a:moveTo>
                  <a:lnTo>
                    <a:pt x="69" y="110"/>
                  </a:lnTo>
                  <a:lnTo>
                    <a:pt x="75" y="104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9" name="Freeform 80"/>
            <p:cNvSpPr/>
            <p:nvPr/>
          </p:nvSpPr>
          <p:spPr bwMode="auto">
            <a:xfrm>
              <a:off x="6948488" y="4760913"/>
              <a:ext cx="138113" cy="174625"/>
            </a:xfrm>
            <a:custGeom>
              <a:avLst/>
              <a:gdLst>
                <a:gd name="T0" fmla="*/ 0 w 87"/>
                <a:gd name="T1" fmla="*/ 7 h 110"/>
                <a:gd name="T2" fmla="*/ 81 w 87"/>
                <a:gd name="T3" fmla="*/ 110 h 110"/>
                <a:gd name="T4" fmla="*/ 87 w 87"/>
                <a:gd name="T5" fmla="*/ 104 h 110"/>
                <a:gd name="T6" fmla="*/ 8 w 87"/>
                <a:gd name="T7" fmla="*/ 0 h 110"/>
                <a:gd name="T8" fmla="*/ 0 w 87"/>
                <a:gd name="T9" fmla="*/ 7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110">
                  <a:moveTo>
                    <a:pt x="0" y="7"/>
                  </a:moveTo>
                  <a:lnTo>
                    <a:pt x="81" y="110"/>
                  </a:lnTo>
                  <a:lnTo>
                    <a:pt x="87" y="104"/>
                  </a:lnTo>
                  <a:lnTo>
                    <a:pt x="8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0" name="Freeform 81"/>
            <p:cNvSpPr/>
            <p:nvPr/>
          </p:nvSpPr>
          <p:spPr bwMode="auto">
            <a:xfrm>
              <a:off x="6948488" y="4760913"/>
              <a:ext cx="138113" cy="174625"/>
            </a:xfrm>
            <a:custGeom>
              <a:avLst/>
              <a:gdLst>
                <a:gd name="T0" fmla="*/ 0 w 87"/>
                <a:gd name="T1" fmla="*/ 7 h 110"/>
                <a:gd name="T2" fmla="*/ 81 w 87"/>
                <a:gd name="T3" fmla="*/ 110 h 110"/>
                <a:gd name="T4" fmla="*/ 87 w 87"/>
                <a:gd name="T5" fmla="*/ 104 h 110"/>
                <a:gd name="T6" fmla="*/ 8 w 87"/>
                <a:gd name="T7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7" h="110">
                  <a:moveTo>
                    <a:pt x="0" y="7"/>
                  </a:moveTo>
                  <a:lnTo>
                    <a:pt x="81" y="110"/>
                  </a:lnTo>
                  <a:lnTo>
                    <a:pt x="87" y="104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1" name="Freeform 82"/>
            <p:cNvSpPr/>
            <p:nvPr/>
          </p:nvSpPr>
          <p:spPr bwMode="auto">
            <a:xfrm>
              <a:off x="7073901" y="4760913"/>
              <a:ext cx="150813" cy="174625"/>
            </a:xfrm>
            <a:custGeom>
              <a:avLst/>
              <a:gdLst>
                <a:gd name="T0" fmla="*/ 0 w 95"/>
                <a:gd name="T1" fmla="*/ 7 h 110"/>
                <a:gd name="T2" fmla="*/ 89 w 95"/>
                <a:gd name="T3" fmla="*/ 110 h 110"/>
                <a:gd name="T4" fmla="*/ 95 w 95"/>
                <a:gd name="T5" fmla="*/ 104 h 110"/>
                <a:gd name="T6" fmla="*/ 6 w 95"/>
                <a:gd name="T7" fmla="*/ 0 h 110"/>
                <a:gd name="T8" fmla="*/ 0 w 95"/>
                <a:gd name="T9" fmla="*/ 7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10">
                  <a:moveTo>
                    <a:pt x="0" y="7"/>
                  </a:moveTo>
                  <a:lnTo>
                    <a:pt x="89" y="110"/>
                  </a:lnTo>
                  <a:lnTo>
                    <a:pt x="95" y="104"/>
                  </a:lnTo>
                  <a:lnTo>
                    <a:pt x="6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2" name="Freeform 83"/>
            <p:cNvSpPr/>
            <p:nvPr/>
          </p:nvSpPr>
          <p:spPr bwMode="auto">
            <a:xfrm>
              <a:off x="7073901" y="4760913"/>
              <a:ext cx="150813" cy="174625"/>
            </a:xfrm>
            <a:custGeom>
              <a:avLst/>
              <a:gdLst>
                <a:gd name="T0" fmla="*/ 0 w 95"/>
                <a:gd name="T1" fmla="*/ 7 h 110"/>
                <a:gd name="T2" fmla="*/ 89 w 95"/>
                <a:gd name="T3" fmla="*/ 110 h 110"/>
                <a:gd name="T4" fmla="*/ 95 w 95"/>
                <a:gd name="T5" fmla="*/ 104 h 110"/>
                <a:gd name="T6" fmla="*/ 6 w 95"/>
                <a:gd name="T7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" h="110">
                  <a:moveTo>
                    <a:pt x="0" y="7"/>
                  </a:moveTo>
                  <a:lnTo>
                    <a:pt x="89" y="110"/>
                  </a:lnTo>
                  <a:lnTo>
                    <a:pt x="95" y="104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3" name="Rectangle 84"/>
            <p:cNvSpPr>
              <a:spLocks noChangeArrowheads="1"/>
            </p:cNvSpPr>
            <p:nvPr/>
          </p:nvSpPr>
          <p:spPr bwMode="auto">
            <a:xfrm>
              <a:off x="4884738" y="4840288"/>
              <a:ext cx="2439988" cy="14288"/>
            </a:xfrm>
            <a:prstGeom prst="rect">
              <a:avLst/>
            </a:prstGeom>
            <a:solidFill>
              <a:srgbClr val="262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4" name="Freeform 85"/>
            <p:cNvSpPr/>
            <p:nvPr/>
          </p:nvSpPr>
          <p:spPr bwMode="auto">
            <a:xfrm>
              <a:off x="4884738" y="4840288"/>
              <a:ext cx="2439988" cy="14288"/>
            </a:xfrm>
            <a:custGeom>
              <a:avLst/>
              <a:gdLst>
                <a:gd name="T0" fmla="*/ 0 w 1537"/>
                <a:gd name="T1" fmla="*/ 9 h 9"/>
                <a:gd name="T2" fmla="*/ 1537 w 1537"/>
                <a:gd name="T3" fmla="*/ 9 h 9"/>
                <a:gd name="T4" fmla="*/ 1537 w 1537"/>
                <a:gd name="T5" fmla="*/ 0 h 9"/>
                <a:gd name="T6" fmla="*/ 0 w 1537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37" h="9">
                  <a:moveTo>
                    <a:pt x="0" y="9"/>
                  </a:moveTo>
                  <a:lnTo>
                    <a:pt x="1537" y="9"/>
                  </a:lnTo>
                  <a:lnTo>
                    <a:pt x="153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5" name="Rectangle 86"/>
            <p:cNvSpPr>
              <a:spLocks noChangeArrowheads="1"/>
            </p:cNvSpPr>
            <p:nvPr/>
          </p:nvSpPr>
          <p:spPr bwMode="auto">
            <a:xfrm>
              <a:off x="4738688" y="4946650"/>
              <a:ext cx="2717800" cy="25400"/>
            </a:xfrm>
            <a:prstGeom prst="rect">
              <a:avLst/>
            </a:pr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6" name="Freeform 87"/>
            <p:cNvSpPr/>
            <p:nvPr/>
          </p:nvSpPr>
          <p:spPr bwMode="auto">
            <a:xfrm>
              <a:off x="8118476" y="4425950"/>
              <a:ext cx="449263" cy="239713"/>
            </a:xfrm>
            <a:custGeom>
              <a:avLst/>
              <a:gdLst>
                <a:gd name="T0" fmla="*/ 102 w 136"/>
                <a:gd name="T1" fmla="*/ 0 h 73"/>
                <a:gd name="T2" fmla="*/ 34 w 136"/>
                <a:gd name="T3" fmla="*/ 0 h 73"/>
                <a:gd name="T4" fmla="*/ 0 w 136"/>
                <a:gd name="T5" fmla="*/ 34 h 73"/>
                <a:gd name="T6" fmla="*/ 0 w 136"/>
                <a:gd name="T7" fmla="*/ 57 h 73"/>
                <a:gd name="T8" fmla="*/ 16 w 136"/>
                <a:gd name="T9" fmla="*/ 73 h 73"/>
                <a:gd name="T10" fmla="*/ 120 w 136"/>
                <a:gd name="T11" fmla="*/ 73 h 73"/>
                <a:gd name="T12" fmla="*/ 136 w 136"/>
                <a:gd name="T13" fmla="*/ 57 h 73"/>
                <a:gd name="T14" fmla="*/ 136 w 136"/>
                <a:gd name="T15" fmla="*/ 34 h 73"/>
                <a:gd name="T16" fmla="*/ 102 w 136"/>
                <a:gd name="T1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6" h="73">
                  <a:moveTo>
                    <a:pt x="102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16"/>
                    <a:pt x="0" y="34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6"/>
                    <a:pt x="7" y="73"/>
                    <a:pt x="16" y="73"/>
                  </a:cubicBezTo>
                  <a:cubicBezTo>
                    <a:pt x="120" y="73"/>
                    <a:pt x="120" y="73"/>
                    <a:pt x="120" y="73"/>
                  </a:cubicBezTo>
                  <a:cubicBezTo>
                    <a:pt x="129" y="73"/>
                    <a:pt x="136" y="66"/>
                    <a:pt x="136" y="57"/>
                  </a:cubicBezTo>
                  <a:cubicBezTo>
                    <a:pt x="136" y="34"/>
                    <a:pt x="136" y="34"/>
                    <a:pt x="136" y="34"/>
                  </a:cubicBezTo>
                  <a:cubicBezTo>
                    <a:pt x="136" y="16"/>
                    <a:pt x="121" y="0"/>
                    <a:pt x="102" y="0"/>
                  </a:cubicBez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7" name="Freeform 88"/>
            <p:cNvSpPr/>
            <p:nvPr/>
          </p:nvSpPr>
          <p:spPr bwMode="auto">
            <a:xfrm>
              <a:off x="8286751" y="4379913"/>
              <a:ext cx="106363" cy="46038"/>
            </a:xfrm>
            <a:custGeom>
              <a:avLst/>
              <a:gdLst>
                <a:gd name="T0" fmla="*/ 23 w 32"/>
                <a:gd name="T1" fmla="*/ 0 h 14"/>
                <a:gd name="T2" fmla="*/ 9 w 32"/>
                <a:gd name="T3" fmla="*/ 0 h 14"/>
                <a:gd name="T4" fmla="*/ 0 w 32"/>
                <a:gd name="T5" fmla="*/ 9 h 14"/>
                <a:gd name="T6" fmla="*/ 0 w 32"/>
                <a:gd name="T7" fmla="*/ 14 h 14"/>
                <a:gd name="T8" fmla="*/ 32 w 32"/>
                <a:gd name="T9" fmla="*/ 14 h 14"/>
                <a:gd name="T10" fmla="*/ 32 w 32"/>
                <a:gd name="T11" fmla="*/ 9 h 14"/>
                <a:gd name="T12" fmla="*/ 23 w 32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14">
                  <a:moveTo>
                    <a:pt x="23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4"/>
                    <a:pt x="28" y="0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8" name="Freeform 89"/>
            <p:cNvSpPr/>
            <p:nvPr/>
          </p:nvSpPr>
          <p:spPr bwMode="auto">
            <a:xfrm>
              <a:off x="5543551" y="4187825"/>
              <a:ext cx="1108075" cy="269875"/>
            </a:xfrm>
            <a:custGeom>
              <a:avLst/>
              <a:gdLst>
                <a:gd name="T0" fmla="*/ 309 w 336"/>
                <a:gd name="T1" fmla="*/ 0 h 82"/>
                <a:gd name="T2" fmla="*/ 27 w 336"/>
                <a:gd name="T3" fmla="*/ 0 h 82"/>
                <a:gd name="T4" fmla="*/ 0 w 336"/>
                <a:gd name="T5" fmla="*/ 27 h 82"/>
                <a:gd name="T6" fmla="*/ 0 w 336"/>
                <a:gd name="T7" fmla="*/ 55 h 82"/>
                <a:gd name="T8" fmla="*/ 27 w 336"/>
                <a:gd name="T9" fmla="*/ 82 h 82"/>
                <a:gd name="T10" fmla="*/ 309 w 336"/>
                <a:gd name="T11" fmla="*/ 82 h 82"/>
                <a:gd name="T12" fmla="*/ 336 w 336"/>
                <a:gd name="T13" fmla="*/ 55 h 82"/>
                <a:gd name="T14" fmla="*/ 336 w 336"/>
                <a:gd name="T15" fmla="*/ 27 h 82"/>
                <a:gd name="T16" fmla="*/ 309 w 336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6" h="82">
                  <a:moveTo>
                    <a:pt x="309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70"/>
                    <a:pt x="12" y="82"/>
                    <a:pt x="27" y="82"/>
                  </a:cubicBezTo>
                  <a:cubicBezTo>
                    <a:pt x="309" y="82"/>
                    <a:pt x="309" y="82"/>
                    <a:pt x="309" y="82"/>
                  </a:cubicBezTo>
                  <a:cubicBezTo>
                    <a:pt x="324" y="82"/>
                    <a:pt x="336" y="70"/>
                    <a:pt x="336" y="55"/>
                  </a:cubicBezTo>
                  <a:cubicBezTo>
                    <a:pt x="336" y="27"/>
                    <a:pt x="336" y="27"/>
                    <a:pt x="336" y="27"/>
                  </a:cubicBezTo>
                  <a:cubicBezTo>
                    <a:pt x="336" y="12"/>
                    <a:pt x="324" y="0"/>
                    <a:pt x="309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9" name="Oval 90"/>
            <p:cNvSpPr>
              <a:spLocks noChangeArrowheads="1"/>
            </p:cNvSpPr>
            <p:nvPr/>
          </p:nvSpPr>
          <p:spPr bwMode="auto">
            <a:xfrm>
              <a:off x="5592763" y="4221163"/>
              <a:ext cx="207963" cy="207963"/>
            </a:xfrm>
            <a:prstGeom prst="ellipse">
              <a:avLst/>
            </a:pr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0" name="Oval 91"/>
            <p:cNvSpPr>
              <a:spLocks noChangeArrowheads="1"/>
            </p:cNvSpPr>
            <p:nvPr/>
          </p:nvSpPr>
          <p:spPr bwMode="auto">
            <a:xfrm>
              <a:off x="6394451" y="4221163"/>
              <a:ext cx="207963" cy="207963"/>
            </a:xfrm>
            <a:prstGeom prst="ellipse">
              <a:avLst/>
            </a:pr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1" name="Freeform 92"/>
            <p:cNvSpPr/>
            <p:nvPr/>
          </p:nvSpPr>
          <p:spPr bwMode="auto">
            <a:xfrm>
              <a:off x="5935663" y="4187825"/>
              <a:ext cx="323850" cy="174625"/>
            </a:xfrm>
            <a:custGeom>
              <a:avLst/>
              <a:gdLst>
                <a:gd name="T0" fmla="*/ 83 w 98"/>
                <a:gd name="T1" fmla="*/ 53 h 53"/>
                <a:gd name="T2" fmla="*/ 15 w 98"/>
                <a:gd name="T3" fmla="*/ 53 h 53"/>
                <a:gd name="T4" fmla="*/ 0 w 98"/>
                <a:gd name="T5" fmla="*/ 38 h 53"/>
                <a:gd name="T6" fmla="*/ 0 w 98"/>
                <a:gd name="T7" fmla="*/ 0 h 53"/>
                <a:gd name="T8" fmla="*/ 98 w 98"/>
                <a:gd name="T9" fmla="*/ 0 h 53"/>
                <a:gd name="T10" fmla="*/ 98 w 98"/>
                <a:gd name="T11" fmla="*/ 38 h 53"/>
                <a:gd name="T12" fmla="*/ 83 w 9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" h="53">
                  <a:moveTo>
                    <a:pt x="83" y="53"/>
                  </a:move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46"/>
                    <a:pt x="0" y="3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46"/>
                    <a:pt x="91" y="53"/>
                    <a:pt x="83" y="53"/>
                  </a:cubicBez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2" name="Rectangle 93"/>
            <p:cNvSpPr>
              <a:spLocks noChangeArrowheads="1"/>
            </p:cNvSpPr>
            <p:nvPr/>
          </p:nvSpPr>
          <p:spPr bwMode="auto">
            <a:xfrm>
              <a:off x="6081713" y="4187825"/>
              <a:ext cx="31750" cy="134938"/>
            </a:xfrm>
            <a:prstGeom prst="rect">
              <a:avLst/>
            </a:prstGeom>
            <a:solidFill>
              <a:srgbClr val="D2FF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3" name="Freeform 94"/>
            <p:cNvSpPr/>
            <p:nvPr/>
          </p:nvSpPr>
          <p:spPr bwMode="auto">
            <a:xfrm>
              <a:off x="9661526" y="3868738"/>
              <a:ext cx="339725" cy="407988"/>
            </a:xfrm>
            <a:custGeom>
              <a:avLst/>
              <a:gdLst>
                <a:gd name="T0" fmla="*/ 0 w 103"/>
                <a:gd name="T1" fmla="*/ 0 h 124"/>
                <a:gd name="T2" fmla="*/ 12 w 103"/>
                <a:gd name="T3" fmla="*/ 61 h 124"/>
                <a:gd name="T4" fmla="*/ 59 w 103"/>
                <a:gd name="T5" fmla="*/ 120 h 124"/>
                <a:gd name="T6" fmla="*/ 67 w 103"/>
                <a:gd name="T7" fmla="*/ 124 h 124"/>
                <a:gd name="T8" fmla="*/ 85 w 103"/>
                <a:gd name="T9" fmla="*/ 111 h 124"/>
                <a:gd name="T10" fmla="*/ 103 w 103"/>
                <a:gd name="T11" fmla="*/ 97 h 124"/>
                <a:gd name="T12" fmla="*/ 101 w 103"/>
                <a:gd name="T13" fmla="*/ 88 h 124"/>
                <a:gd name="T14" fmla="*/ 55 w 103"/>
                <a:gd name="T15" fmla="*/ 27 h 124"/>
                <a:gd name="T16" fmla="*/ 0 w 103"/>
                <a:gd name="T17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124">
                  <a:moveTo>
                    <a:pt x="0" y="0"/>
                  </a:moveTo>
                  <a:cubicBezTo>
                    <a:pt x="12" y="61"/>
                    <a:pt x="12" y="61"/>
                    <a:pt x="12" y="61"/>
                  </a:cubicBezTo>
                  <a:cubicBezTo>
                    <a:pt x="17" y="87"/>
                    <a:pt x="35" y="109"/>
                    <a:pt x="59" y="120"/>
                  </a:cubicBezTo>
                  <a:cubicBezTo>
                    <a:pt x="67" y="124"/>
                    <a:pt x="67" y="124"/>
                    <a:pt x="67" y="124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103" y="97"/>
                    <a:pt x="103" y="97"/>
                    <a:pt x="103" y="97"/>
                  </a:cubicBezTo>
                  <a:cubicBezTo>
                    <a:pt x="101" y="88"/>
                    <a:pt x="101" y="88"/>
                    <a:pt x="101" y="88"/>
                  </a:cubicBezTo>
                  <a:cubicBezTo>
                    <a:pt x="96" y="62"/>
                    <a:pt x="79" y="39"/>
                    <a:pt x="55" y="2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3CC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4" name="Freeform 95"/>
            <p:cNvSpPr/>
            <p:nvPr/>
          </p:nvSpPr>
          <p:spPr bwMode="auto">
            <a:xfrm>
              <a:off x="9890126" y="3868738"/>
              <a:ext cx="339725" cy="407988"/>
            </a:xfrm>
            <a:custGeom>
              <a:avLst/>
              <a:gdLst>
                <a:gd name="T0" fmla="*/ 103 w 103"/>
                <a:gd name="T1" fmla="*/ 0 h 124"/>
                <a:gd name="T2" fmla="*/ 91 w 103"/>
                <a:gd name="T3" fmla="*/ 61 h 124"/>
                <a:gd name="T4" fmla="*/ 44 w 103"/>
                <a:gd name="T5" fmla="*/ 120 h 124"/>
                <a:gd name="T6" fmla="*/ 35 w 103"/>
                <a:gd name="T7" fmla="*/ 124 h 124"/>
                <a:gd name="T8" fmla="*/ 18 w 103"/>
                <a:gd name="T9" fmla="*/ 111 h 124"/>
                <a:gd name="T10" fmla="*/ 0 w 103"/>
                <a:gd name="T11" fmla="*/ 97 h 124"/>
                <a:gd name="T12" fmla="*/ 2 w 103"/>
                <a:gd name="T13" fmla="*/ 88 h 124"/>
                <a:gd name="T14" fmla="*/ 47 w 103"/>
                <a:gd name="T15" fmla="*/ 27 h 124"/>
                <a:gd name="T16" fmla="*/ 103 w 103"/>
                <a:gd name="T17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124">
                  <a:moveTo>
                    <a:pt x="103" y="0"/>
                  </a:moveTo>
                  <a:cubicBezTo>
                    <a:pt x="91" y="61"/>
                    <a:pt x="91" y="61"/>
                    <a:pt x="91" y="61"/>
                  </a:cubicBezTo>
                  <a:cubicBezTo>
                    <a:pt x="85" y="87"/>
                    <a:pt x="68" y="109"/>
                    <a:pt x="44" y="120"/>
                  </a:cubicBezTo>
                  <a:cubicBezTo>
                    <a:pt x="35" y="124"/>
                    <a:pt x="35" y="124"/>
                    <a:pt x="35" y="124"/>
                  </a:cubicBezTo>
                  <a:cubicBezTo>
                    <a:pt x="18" y="111"/>
                    <a:pt x="18" y="111"/>
                    <a:pt x="18" y="111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7" y="62"/>
                    <a:pt x="23" y="39"/>
                    <a:pt x="47" y="27"/>
                  </a:cubicBezTo>
                  <a:lnTo>
                    <a:pt x="103" y="0"/>
                  </a:lnTo>
                  <a:close/>
                </a:path>
              </a:pathLst>
            </a:custGeom>
            <a:solidFill>
              <a:srgbClr val="B3CC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5" name="Freeform 96"/>
            <p:cNvSpPr/>
            <p:nvPr/>
          </p:nvSpPr>
          <p:spPr bwMode="auto">
            <a:xfrm>
              <a:off x="9798051" y="3706813"/>
              <a:ext cx="292100" cy="527050"/>
            </a:xfrm>
            <a:custGeom>
              <a:avLst/>
              <a:gdLst>
                <a:gd name="T0" fmla="*/ 45 w 89"/>
                <a:gd name="T1" fmla="*/ 0 h 160"/>
                <a:gd name="T2" fmla="*/ 14 w 89"/>
                <a:gd name="T3" fmla="*/ 64 h 160"/>
                <a:gd name="T4" fmla="*/ 14 w 89"/>
                <a:gd name="T5" fmla="*/ 150 h 160"/>
                <a:gd name="T6" fmla="*/ 20 w 89"/>
                <a:gd name="T7" fmla="*/ 160 h 160"/>
                <a:gd name="T8" fmla="*/ 45 w 89"/>
                <a:gd name="T9" fmla="*/ 160 h 160"/>
                <a:gd name="T10" fmla="*/ 70 w 89"/>
                <a:gd name="T11" fmla="*/ 160 h 160"/>
                <a:gd name="T12" fmla="*/ 75 w 89"/>
                <a:gd name="T13" fmla="*/ 150 h 160"/>
                <a:gd name="T14" fmla="*/ 76 w 89"/>
                <a:gd name="T15" fmla="*/ 64 h 160"/>
                <a:gd name="T16" fmla="*/ 45 w 89"/>
                <a:gd name="T17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9" h="160">
                  <a:moveTo>
                    <a:pt x="45" y="0"/>
                  </a:moveTo>
                  <a:cubicBezTo>
                    <a:pt x="14" y="64"/>
                    <a:pt x="14" y="64"/>
                    <a:pt x="14" y="64"/>
                  </a:cubicBezTo>
                  <a:cubicBezTo>
                    <a:pt x="0" y="91"/>
                    <a:pt x="0" y="123"/>
                    <a:pt x="14" y="150"/>
                  </a:cubicBezTo>
                  <a:cubicBezTo>
                    <a:pt x="20" y="160"/>
                    <a:pt x="20" y="160"/>
                    <a:pt x="20" y="160"/>
                  </a:cubicBezTo>
                  <a:cubicBezTo>
                    <a:pt x="45" y="160"/>
                    <a:pt x="45" y="160"/>
                    <a:pt x="45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75" y="150"/>
                    <a:pt x="75" y="150"/>
                    <a:pt x="75" y="150"/>
                  </a:cubicBezTo>
                  <a:cubicBezTo>
                    <a:pt x="89" y="123"/>
                    <a:pt x="89" y="91"/>
                    <a:pt x="76" y="64"/>
                  </a:cubicBezTo>
                  <a:lnTo>
                    <a:pt x="45" y="0"/>
                  </a:lnTo>
                  <a:close/>
                </a:path>
              </a:pathLst>
            </a:custGeom>
            <a:solidFill>
              <a:srgbClr val="D2FF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6" name="Freeform 97"/>
            <p:cNvSpPr/>
            <p:nvPr/>
          </p:nvSpPr>
          <p:spPr bwMode="auto">
            <a:xfrm>
              <a:off x="9704388" y="4168775"/>
              <a:ext cx="482600" cy="582613"/>
            </a:xfrm>
            <a:custGeom>
              <a:avLst/>
              <a:gdLst>
                <a:gd name="T0" fmla="*/ 146 w 146"/>
                <a:gd name="T1" fmla="*/ 0 h 177"/>
                <a:gd name="T2" fmla="*/ 0 w 146"/>
                <a:gd name="T3" fmla="*/ 0 h 177"/>
                <a:gd name="T4" fmla="*/ 0 w 146"/>
                <a:gd name="T5" fmla="*/ 162 h 177"/>
                <a:gd name="T6" fmla="*/ 15 w 146"/>
                <a:gd name="T7" fmla="*/ 177 h 177"/>
                <a:gd name="T8" fmla="*/ 131 w 146"/>
                <a:gd name="T9" fmla="*/ 177 h 177"/>
                <a:gd name="T10" fmla="*/ 146 w 146"/>
                <a:gd name="T11" fmla="*/ 162 h 177"/>
                <a:gd name="T12" fmla="*/ 146 w 146"/>
                <a:gd name="T13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" h="177">
                  <a:moveTo>
                    <a:pt x="14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170"/>
                    <a:pt x="7" y="177"/>
                    <a:pt x="15" y="177"/>
                  </a:cubicBezTo>
                  <a:cubicBezTo>
                    <a:pt x="131" y="177"/>
                    <a:pt x="131" y="177"/>
                    <a:pt x="131" y="177"/>
                  </a:cubicBezTo>
                  <a:cubicBezTo>
                    <a:pt x="139" y="177"/>
                    <a:pt x="146" y="170"/>
                    <a:pt x="146" y="162"/>
                  </a:cubicBezTo>
                  <a:lnTo>
                    <a:pt x="146" y="0"/>
                  </a:lnTo>
                  <a:close/>
                </a:path>
              </a:pathLst>
            </a:custGeom>
            <a:solidFill>
              <a:srgbClr val="7C63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7" name="Freeform 98"/>
            <p:cNvSpPr/>
            <p:nvPr/>
          </p:nvSpPr>
          <p:spPr bwMode="auto">
            <a:xfrm>
              <a:off x="2051051" y="3868738"/>
              <a:ext cx="339725" cy="407988"/>
            </a:xfrm>
            <a:custGeom>
              <a:avLst/>
              <a:gdLst>
                <a:gd name="T0" fmla="*/ 0 w 103"/>
                <a:gd name="T1" fmla="*/ 0 h 124"/>
                <a:gd name="T2" fmla="*/ 12 w 103"/>
                <a:gd name="T3" fmla="*/ 61 h 124"/>
                <a:gd name="T4" fmla="*/ 59 w 103"/>
                <a:gd name="T5" fmla="*/ 120 h 124"/>
                <a:gd name="T6" fmla="*/ 68 w 103"/>
                <a:gd name="T7" fmla="*/ 124 h 124"/>
                <a:gd name="T8" fmla="*/ 85 w 103"/>
                <a:gd name="T9" fmla="*/ 111 h 124"/>
                <a:gd name="T10" fmla="*/ 103 w 103"/>
                <a:gd name="T11" fmla="*/ 97 h 124"/>
                <a:gd name="T12" fmla="*/ 101 w 103"/>
                <a:gd name="T13" fmla="*/ 88 h 124"/>
                <a:gd name="T14" fmla="*/ 55 w 103"/>
                <a:gd name="T15" fmla="*/ 27 h 124"/>
                <a:gd name="T16" fmla="*/ 0 w 103"/>
                <a:gd name="T17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124">
                  <a:moveTo>
                    <a:pt x="0" y="0"/>
                  </a:moveTo>
                  <a:cubicBezTo>
                    <a:pt x="12" y="61"/>
                    <a:pt x="12" y="61"/>
                    <a:pt x="12" y="61"/>
                  </a:cubicBezTo>
                  <a:cubicBezTo>
                    <a:pt x="17" y="87"/>
                    <a:pt x="35" y="109"/>
                    <a:pt x="59" y="120"/>
                  </a:cubicBezTo>
                  <a:cubicBezTo>
                    <a:pt x="68" y="124"/>
                    <a:pt x="68" y="124"/>
                    <a:pt x="68" y="124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103" y="97"/>
                    <a:pt x="103" y="97"/>
                    <a:pt x="103" y="97"/>
                  </a:cubicBezTo>
                  <a:cubicBezTo>
                    <a:pt x="101" y="88"/>
                    <a:pt x="101" y="88"/>
                    <a:pt x="101" y="88"/>
                  </a:cubicBezTo>
                  <a:cubicBezTo>
                    <a:pt x="96" y="62"/>
                    <a:pt x="79" y="39"/>
                    <a:pt x="55" y="2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3CC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8" name="Freeform 99"/>
            <p:cNvSpPr/>
            <p:nvPr/>
          </p:nvSpPr>
          <p:spPr bwMode="auto">
            <a:xfrm>
              <a:off x="2279651" y="3868738"/>
              <a:ext cx="339725" cy="407988"/>
            </a:xfrm>
            <a:custGeom>
              <a:avLst/>
              <a:gdLst>
                <a:gd name="T0" fmla="*/ 103 w 103"/>
                <a:gd name="T1" fmla="*/ 0 h 124"/>
                <a:gd name="T2" fmla="*/ 91 w 103"/>
                <a:gd name="T3" fmla="*/ 61 h 124"/>
                <a:gd name="T4" fmla="*/ 44 w 103"/>
                <a:gd name="T5" fmla="*/ 120 h 124"/>
                <a:gd name="T6" fmla="*/ 35 w 103"/>
                <a:gd name="T7" fmla="*/ 124 h 124"/>
                <a:gd name="T8" fmla="*/ 18 w 103"/>
                <a:gd name="T9" fmla="*/ 111 h 124"/>
                <a:gd name="T10" fmla="*/ 0 w 103"/>
                <a:gd name="T11" fmla="*/ 97 h 124"/>
                <a:gd name="T12" fmla="*/ 2 w 103"/>
                <a:gd name="T13" fmla="*/ 88 h 124"/>
                <a:gd name="T14" fmla="*/ 48 w 103"/>
                <a:gd name="T15" fmla="*/ 27 h 124"/>
                <a:gd name="T16" fmla="*/ 103 w 103"/>
                <a:gd name="T17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124">
                  <a:moveTo>
                    <a:pt x="103" y="0"/>
                  </a:moveTo>
                  <a:cubicBezTo>
                    <a:pt x="91" y="61"/>
                    <a:pt x="91" y="61"/>
                    <a:pt x="91" y="61"/>
                  </a:cubicBezTo>
                  <a:cubicBezTo>
                    <a:pt x="86" y="87"/>
                    <a:pt x="68" y="109"/>
                    <a:pt x="44" y="120"/>
                  </a:cubicBezTo>
                  <a:cubicBezTo>
                    <a:pt x="35" y="124"/>
                    <a:pt x="35" y="124"/>
                    <a:pt x="35" y="124"/>
                  </a:cubicBezTo>
                  <a:cubicBezTo>
                    <a:pt x="18" y="111"/>
                    <a:pt x="18" y="111"/>
                    <a:pt x="18" y="111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7" y="62"/>
                    <a:pt x="24" y="39"/>
                    <a:pt x="48" y="27"/>
                  </a:cubicBezTo>
                  <a:lnTo>
                    <a:pt x="103" y="0"/>
                  </a:lnTo>
                  <a:close/>
                </a:path>
              </a:pathLst>
            </a:custGeom>
            <a:solidFill>
              <a:srgbClr val="B3CC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9" name="Freeform 100"/>
            <p:cNvSpPr/>
            <p:nvPr/>
          </p:nvSpPr>
          <p:spPr bwMode="auto">
            <a:xfrm>
              <a:off x="2187576" y="3706813"/>
              <a:ext cx="296863" cy="527050"/>
            </a:xfrm>
            <a:custGeom>
              <a:avLst/>
              <a:gdLst>
                <a:gd name="T0" fmla="*/ 45 w 90"/>
                <a:gd name="T1" fmla="*/ 0 h 160"/>
                <a:gd name="T2" fmla="*/ 14 w 90"/>
                <a:gd name="T3" fmla="*/ 64 h 160"/>
                <a:gd name="T4" fmla="*/ 15 w 90"/>
                <a:gd name="T5" fmla="*/ 150 h 160"/>
                <a:gd name="T6" fmla="*/ 20 w 90"/>
                <a:gd name="T7" fmla="*/ 160 h 160"/>
                <a:gd name="T8" fmla="*/ 45 w 90"/>
                <a:gd name="T9" fmla="*/ 160 h 160"/>
                <a:gd name="T10" fmla="*/ 70 w 90"/>
                <a:gd name="T11" fmla="*/ 160 h 160"/>
                <a:gd name="T12" fmla="*/ 75 w 90"/>
                <a:gd name="T13" fmla="*/ 150 h 160"/>
                <a:gd name="T14" fmla="*/ 76 w 90"/>
                <a:gd name="T15" fmla="*/ 64 h 160"/>
                <a:gd name="T16" fmla="*/ 45 w 90"/>
                <a:gd name="T17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" h="160">
                  <a:moveTo>
                    <a:pt x="45" y="0"/>
                  </a:moveTo>
                  <a:cubicBezTo>
                    <a:pt x="14" y="64"/>
                    <a:pt x="14" y="64"/>
                    <a:pt x="14" y="64"/>
                  </a:cubicBezTo>
                  <a:cubicBezTo>
                    <a:pt x="0" y="91"/>
                    <a:pt x="1" y="123"/>
                    <a:pt x="15" y="150"/>
                  </a:cubicBezTo>
                  <a:cubicBezTo>
                    <a:pt x="20" y="160"/>
                    <a:pt x="20" y="160"/>
                    <a:pt x="20" y="160"/>
                  </a:cubicBezTo>
                  <a:cubicBezTo>
                    <a:pt x="45" y="160"/>
                    <a:pt x="45" y="160"/>
                    <a:pt x="45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75" y="150"/>
                    <a:pt x="75" y="150"/>
                    <a:pt x="75" y="150"/>
                  </a:cubicBezTo>
                  <a:cubicBezTo>
                    <a:pt x="89" y="123"/>
                    <a:pt x="90" y="91"/>
                    <a:pt x="76" y="64"/>
                  </a:cubicBezTo>
                  <a:lnTo>
                    <a:pt x="45" y="0"/>
                  </a:lnTo>
                  <a:close/>
                </a:path>
              </a:pathLst>
            </a:custGeom>
            <a:solidFill>
              <a:srgbClr val="D2FF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0" name="Freeform 101"/>
            <p:cNvSpPr/>
            <p:nvPr/>
          </p:nvSpPr>
          <p:spPr bwMode="auto">
            <a:xfrm>
              <a:off x="2093913" y="4168775"/>
              <a:ext cx="482600" cy="582613"/>
            </a:xfrm>
            <a:custGeom>
              <a:avLst/>
              <a:gdLst>
                <a:gd name="T0" fmla="*/ 146 w 146"/>
                <a:gd name="T1" fmla="*/ 0 h 177"/>
                <a:gd name="T2" fmla="*/ 0 w 146"/>
                <a:gd name="T3" fmla="*/ 0 h 177"/>
                <a:gd name="T4" fmla="*/ 0 w 146"/>
                <a:gd name="T5" fmla="*/ 162 h 177"/>
                <a:gd name="T6" fmla="*/ 15 w 146"/>
                <a:gd name="T7" fmla="*/ 177 h 177"/>
                <a:gd name="T8" fmla="*/ 131 w 146"/>
                <a:gd name="T9" fmla="*/ 177 h 177"/>
                <a:gd name="T10" fmla="*/ 146 w 146"/>
                <a:gd name="T11" fmla="*/ 162 h 177"/>
                <a:gd name="T12" fmla="*/ 146 w 146"/>
                <a:gd name="T13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" h="177">
                  <a:moveTo>
                    <a:pt x="14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170"/>
                    <a:pt x="7" y="177"/>
                    <a:pt x="15" y="177"/>
                  </a:cubicBezTo>
                  <a:cubicBezTo>
                    <a:pt x="131" y="177"/>
                    <a:pt x="131" y="177"/>
                    <a:pt x="131" y="177"/>
                  </a:cubicBezTo>
                  <a:cubicBezTo>
                    <a:pt x="139" y="177"/>
                    <a:pt x="146" y="170"/>
                    <a:pt x="146" y="162"/>
                  </a:cubicBezTo>
                  <a:lnTo>
                    <a:pt x="146" y="0"/>
                  </a:lnTo>
                  <a:close/>
                </a:path>
              </a:pathLst>
            </a:custGeom>
            <a:solidFill>
              <a:srgbClr val="7C63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1" name="Freeform 102"/>
            <p:cNvSpPr/>
            <p:nvPr/>
          </p:nvSpPr>
          <p:spPr bwMode="auto">
            <a:xfrm>
              <a:off x="3862388" y="3786188"/>
              <a:ext cx="266700" cy="754063"/>
            </a:xfrm>
            <a:custGeom>
              <a:avLst/>
              <a:gdLst>
                <a:gd name="T0" fmla="*/ 56 w 168"/>
                <a:gd name="T1" fmla="*/ 475 h 475"/>
                <a:gd name="T2" fmla="*/ 0 w 168"/>
                <a:gd name="T3" fmla="*/ 463 h 475"/>
                <a:gd name="T4" fmla="*/ 112 w 168"/>
                <a:gd name="T5" fmla="*/ 0 h 475"/>
                <a:gd name="T6" fmla="*/ 168 w 168"/>
                <a:gd name="T7" fmla="*/ 15 h 475"/>
                <a:gd name="T8" fmla="*/ 56 w 168"/>
                <a:gd name="T9" fmla="*/ 475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475">
                  <a:moveTo>
                    <a:pt x="56" y="475"/>
                  </a:moveTo>
                  <a:lnTo>
                    <a:pt x="0" y="463"/>
                  </a:lnTo>
                  <a:lnTo>
                    <a:pt x="112" y="0"/>
                  </a:lnTo>
                  <a:lnTo>
                    <a:pt x="168" y="15"/>
                  </a:lnTo>
                  <a:lnTo>
                    <a:pt x="56" y="475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2" name="Freeform 103"/>
            <p:cNvSpPr/>
            <p:nvPr/>
          </p:nvSpPr>
          <p:spPr bwMode="auto">
            <a:xfrm>
              <a:off x="4040188" y="3743325"/>
              <a:ext cx="98425" cy="66675"/>
            </a:xfrm>
            <a:custGeom>
              <a:avLst/>
              <a:gdLst>
                <a:gd name="T0" fmla="*/ 62 w 62"/>
                <a:gd name="T1" fmla="*/ 15 h 42"/>
                <a:gd name="T2" fmla="*/ 6 w 62"/>
                <a:gd name="T3" fmla="*/ 0 h 42"/>
                <a:gd name="T4" fmla="*/ 0 w 62"/>
                <a:gd name="T5" fmla="*/ 27 h 42"/>
                <a:gd name="T6" fmla="*/ 56 w 62"/>
                <a:gd name="T7" fmla="*/ 42 h 42"/>
                <a:gd name="T8" fmla="*/ 62 w 62"/>
                <a:gd name="T9" fmla="*/ 1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42">
                  <a:moveTo>
                    <a:pt x="62" y="15"/>
                  </a:moveTo>
                  <a:lnTo>
                    <a:pt x="6" y="0"/>
                  </a:lnTo>
                  <a:lnTo>
                    <a:pt x="0" y="27"/>
                  </a:lnTo>
                  <a:lnTo>
                    <a:pt x="56" y="42"/>
                  </a:lnTo>
                  <a:lnTo>
                    <a:pt x="62" y="15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3" name="Freeform 104"/>
            <p:cNvSpPr/>
            <p:nvPr/>
          </p:nvSpPr>
          <p:spPr bwMode="auto">
            <a:xfrm>
              <a:off x="4049713" y="3681413"/>
              <a:ext cx="103188" cy="85725"/>
            </a:xfrm>
            <a:custGeom>
              <a:avLst/>
              <a:gdLst>
                <a:gd name="T0" fmla="*/ 21 w 31"/>
                <a:gd name="T1" fmla="*/ 3 h 26"/>
                <a:gd name="T2" fmla="*/ 16 w 31"/>
                <a:gd name="T3" fmla="*/ 2 h 26"/>
                <a:gd name="T4" fmla="*/ 2 w 31"/>
                <a:gd name="T5" fmla="*/ 10 h 26"/>
                <a:gd name="T6" fmla="*/ 0 w 31"/>
                <a:gd name="T7" fmla="*/ 19 h 26"/>
                <a:gd name="T8" fmla="*/ 27 w 31"/>
                <a:gd name="T9" fmla="*/ 26 h 26"/>
                <a:gd name="T10" fmla="*/ 29 w 31"/>
                <a:gd name="T11" fmla="*/ 17 h 26"/>
                <a:gd name="T12" fmla="*/ 21 w 31"/>
                <a:gd name="T13" fmla="*/ 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26">
                  <a:moveTo>
                    <a:pt x="21" y="3"/>
                  </a:moveTo>
                  <a:cubicBezTo>
                    <a:pt x="16" y="2"/>
                    <a:pt x="16" y="2"/>
                    <a:pt x="16" y="2"/>
                  </a:cubicBezTo>
                  <a:cubicBezTo>
                    <a:pt x="10" y="0"/>
                    <a:pt x="4" y="4"/>
                    <a:pt x="2" y="1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1" y="11"/>
                    <a:pt x="27" y="4"/>
                    <a:pt x="2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4" name="Freeform 105"/>
            <p:cNvSpPr/>
            <p:nvPr/>
          </p:nvSpPr>
          <p:spPr bwMode="auto">
            <a:xfrm>
              <a:off x="3862388" y="4500563"/>
              <a:ext cx="88900" cy="100013"/>
            </a:xfrm>
            <a:custGeom>
              <a:avLst/>
              <a:gdLst>
                <a:gd name="T0" fmla="*/ 0 w 56"/>
                <a:gd name="T1" fmla="*/ 13 h 63"/>
                <a:gd name="T2" fmla="*/ 16 w 56"/>
                <a:gd name="T3" fmla="*/ 63 h 63"/>
                <a:gd name="T4" fmla="*/ 56 w 56"/>
                <a:gd name="T5" fmla="*/ 25 h 63"/>
                <a:gd name="T6" fmla="*/ 48 w 56"/>
                <a:gd name="T7" fmla="*/ 9 h 63"/>
                <a:gd name="T8" fmla="*/ 35 w 56"/>
                <a:gd name="T9" fmla="*/ 21 h 63"/>
                <a:gd name="T10" fmla="*/ 31 w 56"/>
                <a:gd name="T11" fmla="*/ 5 h 63"/>
                <a:gd name="T12" fmla="*/ 18 w 56"/>
                <a:gd name="T13" fmla="*/ 17 h 63"/>
                <a:gd name="T14" fmla="*/ 14 w 56"/>
                <a:gd name="T15" fmla="*/ 0 h 63"/>
                <a:gd name="T16" fmla="*/ 0 w 56"/>
                <a:gd name="T17" fmla="*/ 1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63">
                  <a:moveTo>
                    <a:pt x="0" y="13"/>
                  </a:moveTo>
                  <a:lnTo>
                    <a:pt x="16" y="63"/>
                  </a:lnTo>
                  <a:lnTo>
                    <a:pt x="56" y="25"/>
                  </a:lnTo>
                  <a:lnTo>
                    <a:pt x="48" y="9"/>
                  </a:lnTo>
                  <a:lnTo>
                    <a:pt x="35" y="21"/>
                  </a:lnTo>
                  <a:lnTo>
                    <a:pt x="31" y="5"/>
                  </a:lnTo>
                  <a:lnTo>
                    <a:pt x="18" y="17"/>
                  </a:lnTo>
                  <a:lnTo>
                    <a:pt x="14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E5BD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5" name="Freeform 106"/>
            <p:cNvSpPr/>
            <p:nvPr/>
          </p:nvSpPr>
          <p:spPr bwMode="auto">
            <a:xfrm>
              <a:off x="3875088" y="4560888"/>
              <a:ext cx="46038" cy="39688"/>
            </a:xfrm>
            <a:custGeom>
              <a:avLst/>
              <a:gdLst>
                <a:gd name="T0" fmla="*/ 29 w 29"/>
                <a:gd name="T1" fmla="*/ 6 h 25"/>
                <a:gd name="T2" fmla="*/ 0 w 29"/>
                <a:gd name="T3" fmla="*/ 0 h 25"/>
                <a:gd name="T4" fmla="*/ 8 w 29"/>
                <a:gd name="T5" fmla="*/ 25 h 25"/>
                <a:gd name="T6" fmla="*/ 29 w 29"/>
                <a:gd name="T7" fmla="*/ 6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5">
                  <a:moveTo>
                    <a:pt x="29" y="6"/>
                  </a:moveTo>
                  <a:lnTo>
                    <a:pt x="0" y="0"/>
                  </a:lnTo>
                  <a:lnTo>
                    <a:pt x="8" y="25"/>
                  </a:lnTo>
                  <a:lnTo>
                    <a:pt x="29" y="6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6" name="Freeform 107"/>
            <p:cNvSpPr/>
            <p:nvPr/>
          </p:nvSpPr>
          <p:spPr bwMode="auto">
            <a:xfrm>
              <a:off x="3805238" y="3611563"/>
              <a:ext cx="185738" cy="762000"/>
            </a:xfrm>
            <a:custGeom>
              <a:avLst/>
              <a:gdLst>
                <a:gd name="T0" fmla="*/ 117 w 117"/>
                <a:gd name="T1" fmla="*/ 471 h 480"/>
                <a:gd name="T2" fmla="*/ 61 w 117"/>
                <a:gd name="T3" fmla="*/ 480 h 480"/>
                <a:gd name="T4" fmla="*/ 0 w 117"/>
                <a:gd name="T5" fmla="*/ 6 h 480"/>
                <a:gd name="T6" fmla="*/ 57 w 117"/>
                <a:gd name="T7" fmla="*/ 0 h 480"/>
                <a:gd name="T8" fmla="*/ 117 w 117"/>
                <a:gd name="T9" fmla="*/ 471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480">
                  <a:moveTo>
                    <a:pt x="117" y="471"/>
                  </a:moveTo>
                  <a:lnTo>
                    <a:pt x="61" y="480"/>
                  </a:lnTo>
                  <a:lnTo>
                    <a:pt x="0" y="6"/>
                  </a:lnTo>
                  <a:lnTo>
                    <a:pt x="57" y="0"/>
                  </a:lnTo>
                  <a:lnTo>
                    <a:pt x="117" y="471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7" name="Freeform 108"/>
            <p:cNvSpPr/>
            <p:nvPr/>
          </p:nvSpPr>
          <p:spPr bwMode="auto">
            <a:xfrm>
              <a:off x="3798888" y="3568700"/>
              <a:ext cx="96838" cy="52388"/>
            </a:xfrm>
            <a:custGeom>
              <a:avLst/>
              <a:gdLst>
                <a:gd name="T0" fmla="*/ 58 w 61"/>
                <a:gd name="T1" fmla="*/ 0 h 33"/>
                <a:gd name="T2" fmla="*/ 0 w 61"/>
                <a:gd name="T3" fmla="*/ 6 h 33"/>
                <a:gd name="T4" fmla="*/ 4 w 61"/>
                <a:gd name="T5" fmla="*/ 33 h 33"/>
                <a:gd name="T6" fmla="*/ 61 w 61"/>
                <a:gd name="T7" fmla="*/ 27 h 33"/>
                <a:gd name="T8" fmla="*/ 58 w 61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3">
                  <a:moveTo>
                    <a:pt x="58" y="0"/>
                  </a:moveTo>
                  <a:lnTo>
                    <a:pt x="0" y="6"/>
                  </a:lnTo>
                  <a:lnTo>
                    <a:pt x="4" y="33"/>
                  </a:lnTo>
                  <a:lnTo>
                    <a:pt x="61" y="27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8" name="Freeform 109"/>
            <p:cNvSpPr/>
            <p:nvPr/>
          </p:nvSpPr>
          <p:spPr bwMode="auto">
            <a:xfrm>
              <a:off x="3792538" y="3503613"/>
              <a:ext cx="98425" cy="74613"/>
            </a:xfrm>
            <a:custGeom>
              <a:avLst/>
              <a:gdLst>
                <a:gd name="T0" fmla="*/ 16 w 30"/>
                <a:gd name="T1" fmla="*/ 1 h 23"/>
                <a:gd name="T2" fmla="*/ 11 w 30"/>
                <a:gd name="T3" fmla="*/ 1 h 23"/>
                <a:gd name="T4" fmla="*/ 1 w 30"/>
                <a:gd name="T5" fmla="*/ 14 h 23"/>
                <a:gd name="T6" fmla="*/ 2 w 30"/>
                <a:gd name="T7" fmla="*/ 23 h 23"/>
                <a:gd name="T8" fmla="*/ 30 w 30"/>
                <a:gd name="T9" fmla="*/ 20 h 23"/>
                <a:gd name="T10" fmla="*/ 28 w 30"/>
                <a:gd name="T11" fmla="*/ 10 h 23"/>
                <a:gd name="T12" fmla="*/ 16 w 30"/>
                <a:gd name="T13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23">
                  <a:moveTo>
                    <a:pt x="16" y="1"/>
                  </a:moveTo>
                  <a:cubicBezTo>
                    <a:pt x="11" y="1"/>
                    <a:pt x="11" y="1"/>
                    <a:pt x="11" y="1"/>
                  </a:cubicBezTo>
                  <a:cubicBezTo>
                    <a:pt x="4" y="2"/>
                    <a:pt x="0" y="8"/>
                    <a:pt x="1" y="14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4"/>
                    <a:pt x="22" y="0"/>
                    <a:pt x="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9" name="Freeform 110"/>
            <p:cNvSpPr/>
            <p:nvPr/>
          </p:nvSpPr>
          <p:spPr bwMode="auto">
            <a:xfrm>
              <a:off x="3902076" y="4340225"/>
              <a:ext cx="88900" cy="95250"/>
            </a:xfrm>
            <a:custGeom>
              <a:avLst/>
              <a:gdLst>
                <a:gd name="T0" fmla="*/ 0 w 56"/>
                <a:gd name="T1" fmla="*/ 21 h 60"/>
                <a:gd name="T2" fmla="*/ 33 w 56"/>
                <a:gd name="T3" fmla="*/ 60 h 60"/>
                <a:gd name="T4" fmla="*/ 56 w 56"/>
                <a:gd name="T5" fmla="*/ 12 h 60"/>
                <a:gd name="T6" fmla="*/ 43 w 56"/>
                <a:gd name="T7" fmla="*/ 0 h 60"/>
                <a:gd name="T8" fmla="*/ 35 w 56"/>
                <a:gd name="T9" fmla="*/ 14 h 60"/>
                <a:gd name="T10" fmla="*/ 27 w 56"/>
                <a:gd name="T11" fmla="*/ 2 h 60"/>
                <a:gd name="T12" fmla="*/ 18 w 56"/>
                <a:gd name="T13" fmla="*/ 16 h 60"/>
                <a:gd name="T14" fmla="*/ 8 w 56"/>
                <a:gd name="T15" fmla="*/ 4 h 60"/>
                <a:gd name="T16" fmla="*/ 0 w 56"/>
                <a:gd name="T1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60">
                  <a:moveTo>
                    <a:pt x="0" y="21"/>
                  </a:moveTo>
                  <a:lnTo>
                    <a:pt x="33" y="60"/>
                  </a:lnTo>
                  <a:lnTo>
                    <a:pt x="56" y="12"/>
                  </a:lnTo>
                  <a:lnTo>
                    <a:pt x="43" y="0"/>
                  </a:lnTo>
                  <a:lnTo>
                    <a:pt x="35" y="14"/>
                  </a:lnTo>
                  <a:lnTo>
                    <a:pt x="27" y="2"/>
                  </a:lnTo>
                  <a:lnTo>
                    <a:pt x="18" y="16"/>
                  </a:lnTo>
                  <a:lnTo>
                    <a:pt x="8" y="4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E5BD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0" name="Freeform 111"/>
            <p:cNvSpPr/>
            <p:nvPr/>
          </p:nvSpPr>
          <p:spPr bwMode="auto">
            <a:xfrm>
              <a:off x="3927476" y="4398963"/>
              <a:ext cx="46038" cy="36513"/>
            </a:xfrm>
            <a:custGeom>
              <a:avLst/>
              <a:gdLst>
                <a:gd name="T0" fmla="*/ 29 w 29"/>
                <a:gd name="T1" fmla="*/ 0 h 23"/>
                <a:gd name="T2" fmla="*/ 0 w 29"/>
                <a:gd name="T3" fmla="*/ 2 h 23"/>
                <a:gd name="T4" fmla="*/ 17 w 29"/>
                <a:gd name="T5" fmla="*/ 23 h 23"/>
                <a:gd name="T6" fmla="*/ 29 w 29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3">
                  <a:moveTo>
                    <a:pt x="29" y="0"/>
                  </a:moveTo>
                  <a:lnTo>
                    <a:pt x="0" y="2"/>
                  </a:lnTo>
                  <a:lnTo>
                    <a:pt x="17" y="23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1" name="Freeform 112"/>
            <p:cNvSpPr/>
            <p:nvPr/>
          </p:nvSpPr>
          <p:spPr bwMode="auto">
            <a:xfrm>
              <a:off x="3730626" y="4405313"/>
              <a:ext cx="39688" cy="33338"/>
            </a:xfrm>
            <a:custGeom>
              <a:avLst/>
              <a:gdLst>
                <a:gd name="T0" fmla="*/ 0 w 12"/>
                <a:gd name="T1" fmla="*/ 5 h 10"/>
                <a:gd name="T2" fmla="*/ 6 w 12"/>
                <a:gd name="T3" fmla="*/ 0 h 10"/>
                <a:gd name="T4" fmla="*/ 12 w 12"/>
                <a:gd name="T5" fmla="*/ 5 h 10"/>
                <a:gd name="T6" fmla="*/ 6 w 12"/>
                <a:gd name="T7" fmla="*/ 10 h 10"/>
                <a:gd name="T8" fmla="*/ 0 w 12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0">
                  <a:moveTo>
                    <a:pt x="0" y="5"/>
                  </a:move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5"/>
                  </a:cubicBezTo>
                  <a:cubicBezTo>
                    <a:pt x="12" y="7"/>
                    <a:pt x="10" y="9"/>
                    <a:pt x="6" y="10"/>
                  </a:cubicBezTo>
                  <a:cubicBezTo>
                    <a:pt x="3" y="10"/>
                    <a:pt x="0" y="8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2" name="Freeform 113"/>
            <p:cNvSpPr/>
            <p:nvPr/>
          </p:nvSpPr>
          <p:spPr bwMode="auto">
            <a:xfrm>
              <a:off x="3673476" y="3629025"/>
              <a:ext cx="100013" cy="368300"/>
            </a:xfrm>
            <a:custGeom>
              <a:avLst/>
              <a:gdLst>
                <a:gd name="T0" fmla="*/ 52 w 63"/>
                <a:gd name="T1" fmla="*/ 232 h 232"/>
                <a:gd name="T2" fmla="*/ 25 w 63"/>
                <a:gd name="T3" fmla="*/ 12 h 232"/>
                <a:gd name="T4" fmla="*/ 2 w 63"/>
                <a:gd name="T5" fmla="*/ 14 h 232"/>
                <a:gd name="T6" fmla="*/ 0 w 63"/>
                <a:gd name="T7" fmla="*/ 4 h 232"/>
                <a:gd name="T8" fmla="*/ 34 w 63"/>
                <a:gd name="T9" fmla="*/ 0 h 232"/>
                <a:gd name="T10" fmla="*/ 63 w 63"/>
                <a:gd name="T11" fmla="*/ 232 h 232"/>
                <a:gd name="T12" fmla="*/ 52 w 63"/>
                <a:gd name="T13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232">
                  <a:moveTo>
                    <a:pt x="52" y="232"/>
                  </a:moveTo>
                  <a:lnTo>
                    <a:pt x="25" y="12"/>
                  </a:lnTo>
                  <a:lnTo>
                    <a:pt x="2" y="14"/>
                  </a:lnTo>
                  <a:lnTo>
                    <a:pt x="0" y="4"/>
                  </a:lnTo>
                  <a:lnTo>
                    <a:pt x="34" y="0"/>
                  </a:lnTo>
                  <a:lnTo>
                    <a:pt x="63" y="232"/>
                  </a:lnTo>
                  <a:lnTo>
                    <a:pt x="52" y="232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3" name="Freeform 114"/>
            <p:cNvSpPr/>
            <p:nvPr/>
          </p:nvSpPr>
          <p:spPr bwMode="auto">
            <a:xfrm>
              <a:off x="3598863" y="3473450"/>
              <a:ext cx="77788" cy="168275"/>
            </a:xfrm>
            <a:custGeom>
              <a:avLst/>
              <a:gdLst>
                <a:gd name="T0" fmla="*/ 11 w 24"/>
                <a:gd name="T1" fmla="*/ 0 h 51"/>
                <a:gd name="T2" fmla="*/ 7 w 24"/>
                <a:gd name="T3" fmla="*/ 1 h 51"/>
                <a:gd name="T4" fmla="*/ 0 w 24"/>
                <a:gd name="T5" fmla="*/ 10 h 51"/>
                <a:gd name="T6" fmla="*/ 4 w 24"/>
                <a:gd name="T7" fmla="*/ 43 h 51"/>
                <a:gd name="T8" fmla="*/ 13 w 24"/>
                <a:gd name="T9" fmla="*/ 50 h 51"/>
                <a:gd name="T10" fmla="*/ 17 w 24"/>
                <a:gd name="T11" fmla="*/ 50 h 51"/>
                <a:gd name="T12" fmla="*/ 24 w 24"/>
                <a:gd name="T13" fmla="*/ 41 h 51"/>
                <a:gd name="T14" fmla="*/ 19 w 24"/>
                <a:gd name="T15" fmla="*/ 7 h 51"/>
                <a:gd name="T16" fmla="*/ 11 w 24"/>
                <a:gd name="T1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51">
                  <a:moveTo>
                    <a:pt x="11" y="0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3" y="1"/>
                    <a:pt x="0" y="5"/>
                    <a:pt x="0" y="10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5" y="48"/>
                    <a:pt x="9" y="51"/>
                    <a:pt x="13" y="50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21" y="49"/>
                    <a:pt x="24" y="45"/>
                    <a:pt x="24" y="41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3"/>
                    <a:pt x="15" y="0"/>
                    <a:pt x="11" y="0"/>
                  </a:cubicBez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4" name="Freeform 115"/>
            <p:cNvSpPr/>
            <p:nvPr/>
          </p:nvSpPr>
          <p:spPr bwMode="auto">
            <a:xfrm>
              <a:off x="3598863" y="3592513"/>
              <a:ext cx="98425" cy="52388"/>
            </a:xfrm>
            <a:custGeom>
              <a:avLst/>
              <a:gdLst>
                <a:gd name="T0" fmla="*/ 58 w 62"/>
                <a:gd name="T1" fmla="*/ 0 h 33"/>
                <a:gd name="T2" fmla="*/ 0 w 62"/>
                <a:gd name="T3" fmla="*/ 6 h 33"/>
                <a:gd name="T4" fmla="*/ 4 w 62"/>
                <a:gd name="T5" fmla="*/ 33 h 33"/>
                <a:gd name="T6" fmla="*/ 62 w 62"/>
                <a:gd name="T7" fmla="*/ 27 h 33"/>
                <a:gd name="T8" fmla="*/ 58 w 62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3">
                  <a:moveTo>
                    <a:pt x="58" y="0"/>
                  </a:moveTo>
                  <a:lnTo>
                    <a:pt x="0" y="6"/>
                  </a:lnTo>
                  <a:lnTo>
                    <a:pt x="4" y="33"/>
                  </a:lnTo>
                  <a:lnTo>
                    <a:pt x="62" y="27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5" name="Freeform 116"/>
            <p:cNvSpPr/>
            <p:nvPr/>
          </p:nvSpPr>
          <p:spPr bwMode="auto">
            <a:xfrm>
              <a:off x="3605213" y="3635375"/>
              <a:ext cx="187325" cy="793750"/>
            </a:xfrm>
            <a:custGeom>
              <a:avLst/>
              <a:gdLst>
                <a:gd name="T0" fmla="*/ 37 w 57"/>
                <a:gd name="T1" fmla="*/ 241 h 241"/>
                <a:gd name="T2" fmla="*/ 45 w 57"/>
                <a:gd name="T3" fmla="*/ 240 h 241"/>
                <a:gd name="T4" fmla="*/ 51 w 57"/>
                <a:gd name="T5" fmla="*/ 239 h 241"/>
                <a:gd name="T6" fmla="*/ 57 w 57"/>
                <a:gd name="T7" fmla="*/ 227 h 241"/>
                <a:gd name="T8" fmla="*/ 28 w 57"/>
                <a:gd name="T9" fmla="*/ 0 h 241"/>
                <a:gd name="T10" fmla="*/ 0 w 57"/>
                <a:gd name="T11" fmla="*/ 3 h 241"/>
                <a:gd name="T12" fmla="*/ 29 w 57"/>
                <a:gd name="T13" fmla="*/ 231 h 241"/>
                <a:gd name="T14" fmla="*/ 37 w 57"/>
                <a:gd name="T15" fmla="*/ 24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241">
                  <a:moveTo>
                    <a:pt x="37" y="241"/>
                  </a:moveTo>
                  <a:cubicBezTo>
                    <a:pt x="40" y="240"/>
                    <a:pt x="42" y="240"/>
                    <a:pt x="45" y="240"/>
                  </a:cubicBezTo>
                  <a:cubicBezTo>
                    <a:pt x="47" y="239"/>
                    <a:pt x="49" y="239"/>
                    <a:pt x="51" y="239"/>
                  </a:cubicBezTo>
                  <a:cubicBezTo>
                    <a:pt x="57" y="227"/>
                    <a:pt x="57" y="227"/>
                    <a:pt x="57" y="227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231"/>
                    <a:pt x="29" y="231"/>
                    <a:pt x="29" y="231"/>
                  </a:cubicBezTo>
                  <a:lnTo>
                    <a:pt x="37" y="241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6" name="Freeform 117"/>
            <p:cNvSpPr/>
            <p:nvPr/>
          </p:nvSpPr>
          <p:spPr bwMode="auto">
            <a:xfrm>
              <a:off x="4040188" y="3513138"/>
              <a:ext cx="42863" cy="36513"/>
            </a:xfrm>
            <a:custGeom>
              <a:avLst/>
              <a:gdLst>
                <a:gd name="T0" fmla="*/ 12 w 13"/>
                <a:gd name="T1" fmla="*/ 8 h 11"/>
                <a:gd name="T2" fmla="*/ 5 w 13"/>
                <a:gd name="T3" fmla="*/ 9 h 11"/>
                <a:gd name="T4" fmla="*/ 1 w 13"/>
                <a:gd name="T5" fmla="*/ 3 h 11"/>
                <a:gd name="T6" fmla="*/ 8 w 13"/>
                <a:gd name="T7" fmla="*/ 1 h 11"/>
                <a:gd name="T8" fmla="*/ 12 w 13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1">
                  <a:moveTo>
                    <a:pt x="12" y="8"/>
                  </a:moveTo>
                  <a:cubicBezTo>
                    <a:pt x="11" y="10"/>
                    <a:pt x="8" y="11"/>
                    <a:pt x="5" y="9"/>
                  </a:cubicBezTo>
                  <a:cubicBezTo>
                    <a:pt x="2" y="8"/>
                    <a:pt x="0" y="5"/>
                    <a:pt x="1" y="3"/>
                  </a:cubicBezTo>
                  <a:cubicBezTo>
                    <a:pt x="2" y="0"/>
                    <a:pt x="5" y="0"/>
                    <a:pt x="8" y="1"/>
                  </a:cubicBezTo>
                  <a:cubicBezTo>
                    <a:pt x="12" y="2"/>
                    <a:pt x="13" y="5"/>
                    <a:pt x="12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7" name="Freeform 118"/>
            <p:cNvSpPr/>
            <p:nvPr/>
          </p:nvSpPr>
          <p:spPr bwMode="auto">
            <a:xfrm>
              <a:off x="3709988" y="3895725"/>
              <a:ext cx="149225" cy="365125"/>
            </a:xfrm>
            <a:custGeom>
              <a:avLst/>
              <a:gdLst>
                <a:gd name="T0" fmla="*/ 94 w 94"/>
                <a:gd name="T1" fmla="*/ 4 h 230"/>
                <a:gd name="T2" fmla="*/ 15 w 94"/>
                <a:gd name="T3" fmla="*/ 213 h 230"/>
                <a:gd name="T4" fmla="*/ 36 w 94"/>
                <a:gd name="T5" fmla="*/ 222 h 230"/>
                <a:gd name="T6" fmla="*/ 33 w 94"/>
                <a:gd name="T7" fmla="*/ 230 h 230"/>
                <a:gd name="T8" fmla="*/ 0 w 94"/>
                <a:gd name="T9" fmla="*/ 218 h 230"/>
                <a:gd name="T10" fmla="*/ 83 w 94"/>
                <a:gd name="T11" fmla="*/ 0 h 230"/>
                <a:gd name="T12" fmla="*/ 94 w 94"/>
                <a:gd name="T13" fmla="*/ 4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230">
                  <a:moveTo>
                    <a:pt x="94" y="4"/>
                  </a:moveTo>
                  <a:lnTo>
                    <a:pt x="15" y="213"/>
                  </a:lnTo>
                  <a:lnTo>
                    <a:pt x="36" y="222"/>
                  </a:lnTo>
                  <a:lnTo>
                    <a:pt x="33" y="230"/>
                  </a:lnTo>
                  <a:lnTo>
                    <a:pt x="0" y="218"/>
                  </a:lnTo>
                  <a:lnTo>
                    <a:pt x="83" y="0"/>
                  </a:lnTo>
                  <a:lnTo>
                    <a:pt x="94" y="4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8" name="Freeform 119"/>
            <p:cNvSpPr/>
            <p:nvPr/>
          </p:nvSpPr>
          <p:spPr bwMode="auto">
            <a:xfrm>
              <a:off x="3703638" y="4264025"/>
              <a:ext cx="109538" cy="168275"/>
            </a:xfrm>
            <a:custGeom>
              <a:avLst/>
              <a:gdLst>
                <a:gd name="T0" fmla="*/ 6 w 33"/>
                <a:gd name="T1" fmla="*/ 48 h 51"/>
                <a:gd name="T2" fmla="*/ 10 w 33"/>
                <a:gd name="T3" fmla="*/ 49 h 51"/>
                <a:gd name="T4" fmla="*/ 20 w 33"/>
                <a:gd name="T5" fmla="*/ 45 h 51"/>
                <a:gd name="T6" fmla="*/ 31 w 33"/>
                <a:gd name="T7" fmla="*/ 13 h 51"/>
                <a:gd name="T8" fmla="*/ 27 w 33"/>
                <a:gd name="T9" fmla="*/ 3 h 51"/>
                <a:gd name="T10" fmla="*/ 23 w 33"/>
                <a:gd name="T11" fmla="*/ 2 h 51"/>
                <a:gd name="T12" fmla="*/ 13 w 33"/>
                <a:gd name="T13" fmla="*/ 6 h 51"/>
                <a:gd name="T14" fmla="*/ 2 w 33"/>
                <a:gd name="T15" fmla="*/ 38 h 51"/>
                <a:gd name="T16" fmla="*/ 6 w 33"/>
                <a:gd name="T17" fmla="*/ 48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51">
                  <a:moveTo>
                    <a:pt x="6" y="48"/>
                  </a:moveTo>
                  <a:cubicBezTo>
                    <a:pt x="10" y="49"/>
                    <a:pt x="10" y="49"/>
                    <a:pt x="10" y="49"/>
                  </a:cubicBezTo>
                  <a:cubicBezTo>
                    <a:pt x="14" y="51"/>
                    <a:pt x="18" y="49"/>
                    <a:pt x="20" y="45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3" y="9"/>
                    <a:pt x="31" y="5"/>
                    <a:pt x="27" y="3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19" y="0"/>
                    <a:pt x="15" y="2"/>
                    <a:pt x="13" y="6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0" y="42"/>
                    <a:pt x="2" y="47"/>
                    <a:pt x="6" y="48"/>
                  </a:cubicBez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9" name="Freeform 120"/>
            <p:cNvSpPr/>
            <p:nvPr/>
          </p:nvSpPr>
          <p:spPr bwMode="auto">
            <a:xfrm>
              <a:off x="3727451" y="4254500"/>
              <a:ext cx="101600" cy="71438"/>
            </a:xfrm>
            <a:custGeom>
              <a:avLst/>
              <a:gdLst>
                <a:gd name="T0" fmla="*/ 0 w 64"/>
                <a:gd name="T1" fmla="*/ 25 h 45"/>
                <a:gd name="T2" fmla="*/ 54 w 64"/>
                <a:gd name="T3" fmla="*/ 45 h 45"/>
                <a:gd name="T4" fmla="*/ 64 w 64"/>
                <a:gd name="T5" fmla="*/ 18 h 45"/>
                <a:gd name="T6" fmla="*/ 10 w 64"/>
                <a:gd name="T7" fmla="*/ 0 h 45"/>
                <a:gd name="T8" fmla="*/ 0 w 64"/>
                <a:gd name="T9" fmla="*/ 2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45">
                  <a:moveTo>
                    <a:pt x="0" y="25"/>
                  </a:moveTo>
                  <a:lnTo>
                    <a:pt x="54" y="45"/>
                  </a:lnTo>
                  <a:lnTo>
                    <a:pt x="64" y="18"/>
                  </a:lnTo>
                  <a:lnTo>
                    <a:pt x="10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0" name="Freeform 121"/>
            <p:cNvSpPr/>
            <p:nvPr/>
          </p:nvSpPr>
          <p:spPr bwMode="auto">
            <a:xfrm>
              <a:off x="3743326" y="3519488"/>
              <a:ext cx="349250" cy="763588"/>
            </a:xfrm>
            <a:custGeom>
              <a:avLst/>
              <a:gdLst>
                <a:gd name="T0" fmla="*/ 103 w 106"/>
                <a:gd name="T1" fmla="*/ 5 h 232"/>
                <a:gd name="T2" fmla="*/ 96 w 106"/>
                <a:gd name="T3" fmla="*/ 2 h 232"/>
                <a:gd name="T4" fmla="*/ 91 w 106"/>
                <a:gd name="T5" fmla="*/ 0 h 232"/>
                <a:gd name="T6" fmla="*/ 80 w 106"/>
                <a:gd name="T7" fmla="*/ 8 h 232"/>
                <a:gd name="T8" fmla="*/ 0 w 106"/>
                <a:gd name="T9" fmla="*/ 223 h 232"/>
                <a:gd name="T10" fmla="*/ 26 w 106"/>
                <a:gd name="T11" fmla="*/ 232 h 232"/>
                <a:gd name="T12" fmla="*/ 106 w 106"/>
                <a:gd name="T13" fmla="*/ 18 h 232"/>
                <a:gd name="T14" fmla="*/ 103 w 106"/>
                <a:gd name="T15" fmla="*/ 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6" h="232">
                  <a:moveTo>
                    <a:pt x="103" y="5"/>
                  </a:moveTo>
                  <a:cubicBezTo>
                    <a:pt x="101" y="4"/>
                    <a:pt x="99" y="3"/>
                    <a:pt x="96" y="2"/>
                  </a:cubicBezTo>
                  <a:cubicBezTo>
                    <a:pt x="94" y="1"/>
                    <a:pt x="93" y="1"/>
                    <a:pt x="91" y="0"/>
                  </a:cubicBezTo>
                  <a:cubicBezTo>
                    <a:pt x="80" y="8"/>
                    <a:pt x="80" y="8"/>
                    <a:pt x="80" y="8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26" y="232"/>
                    <a:pt x="26" y="232"/>
                    <a:pt x="26" y="232"/>
                  </a:cubicBezTo>
                  <a:cubicBezTo>
                    <a:pt x="106" y="18"/>
                    <a:pt x="106" y="18"/>
                    <a:pt x="106" y="18"/>
                  </a:cubicBezTo>
                  <a:lnTo>
                    <a:pt x="103" y="5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1" name="Freeform 122"/>
            <p:cNvSpPr/>
            <p:nvPr/>
          </p:nvSpPr>
          <p:spPr bwMode="auto">
            <a:xfrm>
              <a:off x="3611563" y="4165600"/>
              <a:ext cx="477838" cy="585788"/>
            </a:xfrm>
            <a:custGeom>
              <a:avLst/>
              <a:gdLst>
                <a:gd name="T0" fmla="*/ 145 w 145"/>
                <a:gd name="T1" fmla="*/ 0 h 178"/>
                <a:gd name="T2" fmla="*/ 0 w 145"/>
                <a:gd name="T3" fmla="*/ 0 h 178"/>
                <a:gd name="T4" fmla="*/ 0 w 145"/>
                <a:gd name="T5" fmla="*/ 163 h 178"/>
                <a:gd name="T6" fmla="*/ 14 w 145"/>
                <a:gd name="T7" fmla="*/ 178 h 178"/>
                <a:gd name="T8" fmla="*/ 131 w 145"/>
                <a:gd name="T9" fmla="*/ 178 h 178"/>
                <a:gd name="T10" fmla="*/ 145 w 145"/>
                <a:gd name="T11" fmla="*/ 163 h 178"/>
                <a:gd name="T12" fmla="*/ 145 w 145"/>
                <a:gd name="T13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" h="178">
                  <a:moveTo>
                    <a:pt x="1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0" y="171"/>
                    <a:pt x="6" y="178"/>
                    <a:pt x="14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139" y="178"/>
                    <a:pt x="145" y="171"/>
                    <a:pt x="145" y="163"/>
                  </a:cubicBezTo>
                  <a:lnTo>
                    <a:pt x="145" y="0"/>
                  </a:lnTo>
                  <a:close/>
                </a:path>
              </a:pathLst>
            </a:custGeom>
            <a:solidFill>
              <a:srgbClr val="7C63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22" name="TextBox 1"/>
          <p:cNvSpPr txBox="1"/>
          <p:nvPr/>
        </p:nvSpPr>
        <p:spPr>
          <a:xfrm>
            <a:off x="2478896" y="1661766"/>
            <a:ext cx="7472051" cy="828675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中期成果展示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23" name="组合 122"/>
          <p:cNvGrpSpPr/>
          <p:nvPr/>
        </p:nvGrpSpPr>
        <p:grpSpPr>
          <a:xfrm>
            <a:off x="4608946" y="2720179"/>
            <a:ext cx="2227581" cy="589620"/>
            <a:chOff x="4654427" y="4718860"/>
            <a:chExt cx="1663809" cy="440460"/>
          </a:xfrm>
        </p:grpSpPr>
        <p:grpSp>
          <p:nvGrpSpPr>
            <p:cNvPr id="129" name="组合 128"/>
            <p:cNvGrpSpPr/>
            <p:nvPr/>
          </p:nvGrpSpPr>
          <p:grpSpPr>
            <a:xfrm>
              <a:off x="4654427" y="4718860"/>
              <a:ext cx="276971" cy="276971"/>
              <a:chOff x="3725237" y="4930504"/>
              <a:chExt cx="531780" cy="531780"/>
            </a:xfrm>
          </p:grpSpPr>
          <p:sp>
            <p:nvSpPr>
              <p:cNvPr id="131" name="圆角矩形 2"/>
              <p:cNvSpPr/>
              <p:nvPr/>
            </p:nvSpPr>
            <p:spPr>
              <a:xfrm>
                <a:off x="3725237" y="4930504"/>
                <a:ext cx="531780" cy="53178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101600" dir="8100000" algn="tr" rotWithShape="0">
                  <a:prstClr val="black">
                    <a:alpha val="3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+mn-lt"/>
                  <a:ea typeface="+mn-ea"/>
                  <a:sym typeface="+mn-lt"/>
                </a:endParaRPr>
              </a:p>
            </p:txBody>
          </p:sp>
          <p:sp>
            <p:nvSpPr>
              <p:cNvPr id="132" name="student-graduation-cap-shape_52041"/>
              <p:cNvSpPr>
                <a:spLocks noChangeAspect="1"/>
              </p:cNvSpPr>
              <p:nvPr/>
            </p:nvSpPr>
            <p:spPr bwMode="auto">
              <a:xfrm>
                <a:off x="3875605" y="5054575"/>
                <a:ext cx="219840" cy="264806"/>
              </a:xfrm>
              <a:custGeom>
                <a:avLst/>
                <a:gdLst>
                  <a:gd name="connsiteX0" fmla="*/ 56671 w 279400"/>
                  <a:gd name="connsiteY0" fmla="*/ 192087 h 336550"/>
                  <a:gd name="connsiteX1" fmla="*/ 224047 w 279400"/>
                  <a:gd name="connsiteY1" fmla="*/ 192087 h 336550"/>
                  <a:gd name="connsiteX2" fmla="*/ 279400 w 279400"/>
                  <a:gd name="connsiteY2" fmla="*/ 247752 h 336550"/>
                  <a:gd name="connsiteX3" fmla="*/ 279400 w 279400"/>
                  <a:gd name="connsiteY3" fmla="*/ 336550 h 336550"/>
                  <a:gd name="connsiteX4" fmla="*/ 176602 w 279400"/>
                  <a:gd name="connsiteY4" fmla="*/ 336550 h 336550"/>
                  <a:gd name="connsiteX5" fmla="*/ 158151 w 279400"/>
                  <a:gd name="connsiteY5" fmla="*/ 245101 h 336550"/>
                  <a:gd name="connsiteX6" fmla="*/ 151562 w 279400"/>
                  <a:gd name="connsiteY6" fmla="*/ 239800 h 336550"/>
                  <a:gd name="connsiteX7" fmla="*/ 167377 w 279400"/>
                  <a:gd name="connsiteY7" fmla="*/ 213293 h 336550"/>
                  <a:gd name="connsiteX8" fmla="*/ 167377 w 279400"/>
                  <a:gd name="connsiteY8" fmla="*/ 209317 h 336550"/>
                  <a:gd name="connsiteX9" fmla="*/ 163423 w 279400"/>
                  <a:gd name="connsiteY9" fmla="*/ 207991 h 336550"/>
                  <a:gd name="connsiteX10" fmla="*/ 121249 w 279400"/>
                  <a:gd name="connsiteY10" fmla="*/ 207991 h 336550"/>
                  <a:gd name="connsiteX11" fmla="*/ 118613 w 279400"/>
                  <a:gd name="connsiteY11" fmla="*/ 209317 h 336550"/>
                  <a:gd name="connsiteX12" fmla="*/ 118613 w 279400"/>
                  <a:gd name="connsiteY12" fmla="*/ 213293 h 336550"/>
                  <a:gd name="connsiteX13" fmla="*/ 134429 w 279400"/>
                  <a:gd name="connsiteY13" fmla="*/ 239800 h 336550"/>
                  <a:gd name="connsiteX14" fmla="*/ 126521 w 279400"/>
                  <a:gd name="connsiteY14" fmla="*/ 245101 h 336550"/>
                  <a:gd name="connsiteX15" fmla="*/ 110706 w 279400"/>
                  <a:gd name="connsiteY15" fmla="*/ 336550 h 336550"/>
                  <a:gd name="connsiteX16" fmla="*/ 0 w 279400"/>
                  <a:gd name="connsiteY16" fmla="*/ 336550 h 336550"/>
                  <a:gd name="connsiteX17" fmla="*/ 0 w 279400"/>
                  <a:gd name="connsiteY17" fmla="*/ 247752 h 336550"/>
                  <a:gd name="connsiteX18" fmla="*/ 56671 w 279400"/>
                  <a:gd name="connsiteY18" fmla="*/ 192087 h 336550"/>
                  <a:gd name="connsiteX19" fmla="*/ 138907 w 279400"/>
                  <a:gd name="connsiteY19" fmla="*/ 0 h 336550"/>
                  <a:gd name="connsiteX20" fmla="*/ 219076 w 279400"/>
                  <a:gd name="connsiteY20" fmla="*/ 80169 h 336550"/>
                  <a:gd name="connsiteX21" fmla="*/ 138907 w 279400"/>
                  <a:gd name="connsiteY21" fmla="*/ 160338 h 336550"/>
                  <a:gd name="connsiteX22" fmla="*/ 58738 w 279400"/>
                  <a:gd name="connsiteY22" fmla="*/ 80169 h 336550"/>
                  <a:gd name="connsiteX23" fmla="*/ 138907 w 279400"/>
                  <a:gd name="connsiteY23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79400" h="336550">
                    <a:moveTo>
                      <a:pt x="56671" y="192087"/>
                    </a:moveTo>
                    <a:cubicBezTo>
                      <a:pt x="56671" y="192087"/>
                      <a:pt x="56671" y="192087"/>
                      <a:pt x="224047" y="192087"/>
                    </a:cubicBezTo>
                    <a:cubicBezTo>
                      <a:pt x="254360" y="192087"/>
                      <a:pt x="279400" y="217269"/>
                      <a:pt x="279400" y="247752"/>
                    </a:cubicBezTo>
                    <a:cubicBezTo>
                      <a:pt x="279400" y="247752"/>
                      <a:pt x="279400" y="247752"/>
                      <a:pt x="279400" y="336550"/>
                    </a:cubicBezTo>
                    <a:cubicBezTo>
                      <a:pt x="279400" y="336550"/>
                      <a:pt x="279400" y="336550"/>
                      <a:pt x="176602" y="336550"/>
                    </a:cubicBezTo>
                    <a:cubicBezTo>
                      <a:pt x="176602" y="336550"/>
                      <a:pt x="176602" y="336550"/>
                      <a:pt x="158151" y="245101"/>
                    </a:cubicBezTo>
                    <a:cubicBezTo>
                      <a:pt x="158151" y="242450"/>
                      <a:pt x="154197" y="239800"/>
                      <a:pt x="151562" y="239800"/>
                    </a:cubicBezTo>
                    <a:cubicBezTo>
                      <a:pt x="151562" y="239800"/>
                      <a:pt x="151562" y="239800"/>
                      <a:pt x="167377" y="213293"/>
                    </a:cubicBezTo>
                    <a:cubicBezTo>
                      <a:pt x="167377" y="211967"/>
                      <a:pt x="167377" y="210642"/>
                      <a:pt x="167377" y="209317"/>
                    </a:cubicBezTo>
                    <a:cubicBezTo>
                      <a:pt x="166059" y="207991"/>
                      <a:pt x="164741" y="207991"/>
                      <a:pt x="163423" y="207991"/>
                    </a:cubicBezTo>
                    <a:cubicBezTo>
                      <a:pt x="163423" y="207991"/>
                      <a:pt x="163423" y="207991"/>
                      <a:pt x="121249" y="207991"/>
                    </a:cubicBezTo>
                    <a:cubicBezTo>
                      <a:pt x="119931" y="207991"/>
                      <a:pt x="118613" y="207991"/>
                      <a:pt x="118613" y="209317"/>
                    </a:cubicBezTo>
                    <a:cubicBezTo>
                      <a:pt x="117296" y="210642"/>
                      <a:pt x="117296" y="211967"/>
                      <a:pt x="118613" y="213293"/>
                    </a:cubicBezTo>
                    <a:cubicBezTo>
                      <a:pt x="118613" y="213293"/>
                      <a:pt x="118613" y="213293"/>
                      <a:pt x="134429" y="239800"/>
                    </a:cubicBezTo>
                    <a:cubicBezTo>
                      <a:pt x="130475" y="239800"/>
                      <a:pt x="127839" y="242450"/>
                      <a:pt x="126521" y="245101"/>
                    </a:cubicBezTo>
                    <a:cubicBezTo>
                      <a:pt x="126521" y="245101"/>
                      <a:pt x="126521" y="245101"/>
                      <a:pt x="110706" y="336550"/>
                    </a:cubicBezTo>
                    <a:cubicBezTo>
                      <a:pt x="110706" y="336550"/>
                      <a:pt x="110706" y="336550"/>
                      <a:pt x="0" y="336550"/>
                    </a:cubicBezTo>
                    <a:cubicBezTo>
                      <a:pt x="0" y="336550"/>
                      <a:pt x="0" y="336550"/>
                      <a:pt x="0" y="247752"/>
                    </a:cubicBezTo>
                    <a:cubicBezTo>
                      <a:pt x="0" y="217269"/>
                      <a:pt x="25040" y="192087"/>
                      <a:pt x="56671" y="192087"/>
                    </a:cubicBezTo>
                    <a:close/>
                    <a:moveTo>
                      <a:pt x="138907" y="0"/>
                    </a:moveTo>
                    <a:cubicBezTo>
                      <a:pt x="183183" y="0"/>
                      <a:pt x="219076" y="35893"/>
                      <a:pt x="219076" y="80169"/>
                    </a:cubicBezTo>
                    <a:cubicBezTo>
                      <a:pt x="219076" y="124445"/>
                      <a:pt x="183183" y="160338"/>
                      <a:pt x="138907" y="160338"/>
                    </a:cubicBezTo>
                    <a:cubicBezTo>
                      <a:pt x="94631" y="160338"/>
                      <a:pt x="58738" y="124445"/>
                      <a:pt x="58738" y="80169"/>
                    </a:cubicBezTo>
                    <a:cubicBezTo>
                      <a:pt x="58738" y="35893"/>
                      <a:pt x="94631" y="0"/>
                      <a:pt x="138907" y="0"/>
                    </a:cubicBezTo>
                    <a:close/>
                  </a:path>
                </a:pathLst>
              </a:custGeom>
              <a:solidFill>
                <a:srgbClr val="324D8A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sym typeface="+mn-lt"/>
                </a:endParaRPr>
              </a:p>
            </p:txBody>
          </p:sp>
        </p:grpSp>
        <p:sp>
          <p:nvSpPr>
            <p:cNvPr id="130" name="文本框 22"/>
            <p:cNvSpPr txBox="1"/>
            <p:nvPr/>
          </p:nvSpPr>
          <p:spPr>
            <a:xfrm>
              <a:off x="4925563" y="4723383"/>
              <a:ext cx="1392673" cy="435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sym typeface="+mn-lt"/>
                </a:rPr>
                <a:t>汇报人：贾旭洋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sym typeface="+mn-lt"/>
                </a:rPr>
                <a:t>mentor:   51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sym typeface="+mn-lt"/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6579118" y="2726062"/>
            <a:ext cx="2699384" cy="418012"/>
            <a:chOff x="6395842" y="4718860"/>
            <a:chExt cx="2016134" cy="312103"/>
          </a:xfrm>
        </p:grpSpPr>
        <p:grpSp>
          <p:nvGrpSpPr>
            <p:cNvPr id="125" name="组合 124"/>
            <p:cNvGrpSpPr/>
            <p:nvPr/>
          </p:nvGrpSpPr>
          <p:grpSpPr>
            <a:xfrm>
              <a:off x="6395842" y="4718860"/>
              <a:ext cx="276971" cy="276971"/>
              <a:chOff x="6392770" y="4930504"/>
              <a:chExt cx="531780" cy="531780"/>
            </a:xfrm>
          </p:grpSpPr>
          <p:sp>
            <p:nvSpPr>
              <p:cNvPr id="127" name="圆角矩形 2"/>
              <p:cNvSpPr/>
              <p:nvPr/>
            </p:nvSpPr>
            <p:spPr>
              <a:xfrm>
                <a:off x="6392770" y="4930504"/>
                <a:ext cx="531780" cy="531780"/>
              </a:xfrm>
              <a:prstGeom prst="ellipse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101600" dir="8100000" algn="tr" rotWithShape="0">
                  <a:prstClr val="black">
                    <a:alpha val="3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+mn-lt"/>
                  <a:ea typeface="+mn-ea"/>
                  <a:sym typeface="+mn-lt"/>
                </a:endParaRPr>
              </a:p>
            </p:txBody>
          </p:sp>
          <p:sp>
            <p:nvSpPr>
              <p:cNvPr id="128" name="student-graduation-cap-shape_52041"/>
              <p:cNvSpPr>
                <a:spLocks noChangeAspect="1"/>
              </p:cNvSpPr>
              <p:nvPr/>
            </p:nvSpPr>
            <p:spPr bwMode="auto">
              <a:xfrm>
                <a:off x="6527005" y="5064598"/>
                <a:ext cx="256066" cy="264808"/>
              </a:xfrm>
              <a:custGeom>
                <a:avLst/>
                <a:gdLst>
                  <a:gd name="connsiteX0" fmla="*/ 233363 w 325438"/>
                  <a:gd name="connsiteY0" fmla="*/ 249238 h 336550"/>
                  <a:gd name="connsiteX1" fmla="*/ 279401 w 325438"/>
                  <a:gd name="connsiteY1" fmla="*/ 249238 h 336550"/>
                  <a:gd name="connsiteX2" fmla="*/ 279401 w 325438"/>
                  <a:gd name="connsiteY2" fmla="*/ 290513 h 336550"/>
                  <a:gd name="connsiteX3" fmla="*/ 233363 w 325438"/>
                  <a:gd name="connsiteY3" fmla="*/ 290513 h 336550"/>
                  <a:gd name="connsiteX4" fmla="*/ 171450 w 325438"/>
                  <a:gd name="connsiteY4" fmla="*/ 249238 h 336550"/>
                  <a:gd name="connsiteX5" fmla="*/ 217488 w 325438"/>
                  <a:gd name="connsiteY5" fmla="*/ 249238 h 336550"/>
                  <a:gd name="connsiteX6" fmla="*/ 217488 w 325438"/>
                  <a:gd name="connsiteY6" fmla="*/ 290513 h 336550"/>
                  <a:gd name="connsiteX7" fmla="*/ 171450 w 325438"/>
                  <a:gd name="connsiteY7" fmla="*/ 290513 h 336550"/>
                  <a:gd name="connsiteX8" fmla="*/ 107950 w 325438"/>
                  <a:gd name="connsiteY8" fmla="*/ 249238 h 336550"/>
                  <a:gd name="connsiteX9" fmla="*/ 155575 w 325438"/>
                  <a:gd name="connsiteY9" fmla="*/ 249238 h 336550"/>
                  <a:gd name="connsiteX10" fmla="*/ 155575 w 325438"/>
                  <a:gd name="connsiteY10" fmla="*/ 290513 h 336550"/>
                  <a:gd name="connsiteX11" fmla="*/ 107950 w 325438"/>
                  <a:gd name="connsiteY11" fmla="*/ 290513 h 336550"/>
                  <a:gd name="connsiteX12" fmla="*/ 46038 w 325438"/>
                  <a:gd name="connsiteY12" fmla="*/ 249238 h 336550"/>
                  <a:gd name="connsiteX13" fmla="*/ 93663 w 325438"/>
                  <a:gd name="connsiteY13" fmla="*/ 249238 h 336550"/>
                  <a:gd name="connsiteX14" fmla="*/ 93663 w 325438"/>
                  <a:gd name="connsiteY14" fmla="*/ 290513 h 336550"/>
                  <a:gd name="connsiteX15" fmla="*/ 46038 w 325438"/>
                  <a:gd name="connsiteY15" fmla="*/ 290513 h 336550"/>
                  <a:gd name="connsiteX16" fmla="*/ 233363 w 325438"/>
                  <a:gd name="connsiteY16" fmla="*/ 195263 h 336550"/>
                  <a:gd name="connsiteX17" fmla="*/ 279401 w 325438"/>
                  <a:gd name="connsiteY17" fmla="*/ 195263 h 336550"/>
                  <a:gd name="connsiteX18" fmla="*/ 279401 w 325438"/>
                  <a:gd name="connsiteY18" fmla="*/ 234951 h 336550"/>
                  <a:gd name="connsiteX19" fmla="*/ 233363 w 325438"/>
                  <a:gd name="connsiteY19" fmla="*/ 234951 h 336550"/>
                  <a:gd name="connsiteX20" fmla="*/ 171450 w 325438"/>
                  <a:gd name="connsiteY20" fmla="*/ 195263 h 336550"/>
                  <a:gd name="connsiteX21" fmla="*/ 217488 w 325438"/>
                  <a:gd name="connsiteY21" fmla="*/ 195263 h 336550"/>
                  <a:gd name="connsiteX22" fmla="*/ 217488 w 325438"/>
                  <a:gd name="connsiteY22" fmla="*/ 234951 h 336550"/>
                  <a:gd name="connsiteX23" fmla="*/ 171450 w 325438"/>
                  <a:gd name="connsiteY23" fmla="*/ 234951 h 336550"/>
                  <a:gd name="connsiteX24" fmla="*/ 107950 w 325438"/>
                  <a:gd name="connsiteY24" fmla="*/ 195263 h 336550"/>
                  <a:gd name="connsiteX25" fmla="*/ 155575 w 325438"/>
                  <a:gd name="connsiteY25" fmla="*/ 195263 h 336550"/>
                  <a:gd name="connsiteX26" fmla="*/ 155575 w 325438"/>
                  <a:gd name="connsiteY26" fmla="*/ 234951 h 336550"/>
                  <a:gd name="connsiteX27" fmla="*/ 107950 w 325438"/>
                  <a:gd name="connsiteY27" fmla="*/ 234951 h 336550"/>
                  <a:gd name="connsiteX28" fmla="*/ 46038 w 325438"/>
                  <a:gd name="connsiteY28" fmla="*/ 195263 h 336550"/>
                  <a:gd name="connsiteX29" fmla="*/ 93663 w 325438"/>
                  <a:gd name="connsiteY29" fmla="*/ 195263 h 336550"/>
                  <a:gd name="connsiteX30" fmla="*/ 93663 w 325438"/>
                  <a:gd name="connsiteY30" fmla="*/ 234951 h 336550"/>
                  <a:gd name="connsiteX31" fmla="*/ 46038 w 325438"/>
                  <a:gd name="connsiteY31" fmla="*/ 234951 h 336550"/>
                  <a:gd name="connsiteX32" fmla="*/ 233363 w 325438"/>
                  <a:gd name="connsiteY32" fmla="*/ 139700 h 336550"/>
                  <a:gd name="connsiteX33" fmla="*/ 279401 w 325438"/>
                  <a:gd name="connsiteY33" fmla="*/ 139700 h 336550"/>
                  <a:gd name="connsiteX34" fmla="*/ 279401 w 325438"/>
                  <a:gd name="connsiteY34" fmla="*/ 180975 h 336550"/>
                  <a:gd name="connsiteX35" fmla="*/ 233363 w 325438"/>
                  <a:gd name="connsiteY35" fmla="*/ 180975 h 336550"/>
                  <a:gd name="connsiteX36" fmla="*/ 171450 w 325438"/>
                  <a:gd name="connsiteY36" fmla="*/ 139700 h 336550"/>
                  <a:gd name="connsiteX37" fmla="*/ 217488 w 325438"/>
                  <a:gd name="connsiteY37" fmla="*/ 139700 h 336550"/>
                  <a:gd name="connsiteX38" fmla="*/ 217488 w 325438"/>
                  <a:gd name="connsiteY38" fmla="*/ 180975 h 336550"/>
                  <a:gd name="connsiteX39" fmla="*/ 171450 w 325438"/>
                  <a:gd name="connsiteY39" fmla="*/ 180975 h 336550"/>
                  <a:gd name="connsiteX40" fmla="*/ 107950 w 325438"/>
                  <a:gd name="connsiteY40" fmla="*/ 139700 h 336550"/>
                  <a:gd name="connsiteX41" fmla="*/ 155575 w 325438"/>
                  <a:gd name="connsiteY41" fmla="*/ 139700 h 336550"/>
                  <a:gd name="connsiteX42" fmla="*/ 155575 w 325438"/>
                  <a:gd name="connsiteY42" fmla="*/ 180975 h 336550"/>
                  <a:gd name="connsiteX43" fmla="*/ 107950 w 325438"/>
                  <a:gd name="connsiteY43" fmla="*/ 180975 h 336550"/>
                  <a:gd name="connsiteX44" fmla="*/ 49167 w 325438"/>
                  <a:gd name="connsiteY44" fmla="*/ 38100 h 336550"/>
                  <a:gd name="connsiteX45" fmla="*/ 25400 w 325438"/>
                  <a:gd name="connsiteY45" fmla="*/ 61753 h 336550"/>
                  <a:gd name="connsiteX46" fmla="*/ 25400 w 325438"/>
                  <a:gd name="connsiteY46" fmla="*/ 289085 h 336550"/>
                  <a:gd name="connsiteX47" fmla="*/ 49167 w 325438"/>
                  <a:gd name="connsiteY47" fmla="*/ 312738 h 336550"/>
                  <a:gd name="connsiteX48" fmla="*/ 276271 w 325438"/>
                  <a:gd name="connsiteY48" fmla="*/ 312738 h 336550"/>
                  <a:gd name="connsiteX49" fmla="*/ 300038 w 325438"/>
                  <a:gd name="connsiteY49" fmla="*/ 289085 h 336550"/>
                  <a:gd name="connsiteX50" fmla="*/ 300038 w 325438"/>
                  <a:gd name="connsiteY50" fmla="*/ 61753 h 336550"/>
                  <a:gd name="connsiteX51" fmla="*/ 276271 w 325438"/>
                  <a:gd name="connsiteY51" fmla="*/ 38100 h 336550"/>
                  <a:gd name="connsiteX52" fmla="*/ 269669 w 325438"/>
                  <a:gd name="connsiteY52" fmla="*/ 38100 h 336550"/>
                  <a:gd name="connsiteX53" fmla="*/ 269669 w 325438"/>
                  <a:gd name="connsiteY53" fmla="*/ 63067 h 336550"/>
                  <a:gd name="connsiteX54" fmla="*/ 276271 w 325438"/>
                  <a:gd name="connsiteY54" fmla="*/ 74894 h 336550"/>
                  <a:gd name="connsiteX55" fmla="*/ 260427 w 325438"/>
                  <a:gd name="connsiteY55" fmla="*/ 90662 h 336550"/>
                  <a:gd name="connsiteX56" fmla="*/ 244582 w 325438"/>
                  <a:gd name="connsiteY56" fmla="*/ 74894 h 336550"/>
                  <a:gd name="connsiteX57" fmla="*/ 249864 w 325438"/>
                  <a:gd name="connsiteY57" fmla="*/ 63067 h 336550"/>
                  <a:gd name="connsiteX58" fmla="*/ 249864 w 325438"/>
                  <a:gd name="connsiteY58" fmla="*/ 38100 h 336550"/>
                  <a:gd name="connsiteX59" fmla="*/ 231379 w 325438"/>
                  <a:gd name="connsiteY59" fmla="*/ 38100 h 336550"/>
                  <a:gd name="connsiteX60" fmla="*/ 231379 w 325438"/>
                  <a:gd name="connsiteY60" fmla="*/ 63067 h 336550"/>
                  <a:gd name="connsiteX61" fmla="*/ 236660 w 325438"/>
                  <a:gd name="connsiteY61" fmla="*/ 74894 h 336550"/>
                  <a:gd name="connsiteX62" fmla="*/ 220816 w 325438"/>
                  <a:gd name="connsiteY62" fmla="*/ 90662 h 336550"/>
                  <a:gd name="connsiteX63" fmla="*/ 204971 w 325438"/>
                  <a:gd name="connsiteY63" fmla="*/ 74894 h 336550"/>
                  <a:gd name="connsiteX64" fmla="*/ 210253 w 325438"/>
                  <a:gd name="connsiteY64" fmla="*/ 63067 h 336550"/>
                  <a:gd name="connsiteX65" fmla="*/ 210253 w 325438"/>
                  <a:gd name="connsiteY65" fmla="*/ 38100 h 336550"/>
                  <a:gd name="connsiteX66" fmla="*/ 191767 w 325438"/>
                  <a:gd name="connsiteY66" fmla="*/ 38100 h 336550"/>
                  <a:gd name="connsiteX67" fmla="*/ 191767 w 325438"/>
                  <a:gd name="connsiteY67" fmla="*/ 63067 h 336550"/>
                  <a:gd name="connsiteX68" fmla="*/ 198369 w 325438"/>
                  <a:gd name="connsiteY68" fmla="*/ 74894 h 336550"/>
                  <a:gd name="connsiteX69" fmla="*/ 182525 w 325438"/>
                  <a:gd name="connsiteY69" fmla="*/ 90662 h 336550"/>
                  <a:gd name="connsiteX70" fmla="*/ 166680 w 325438"/>
                  <a:gd name="connsiteY70" fmla="*/ 74894 h 336550"/>
                  <a:gd name="connsiteX71" fmla="*/ 171962 w 325438"/>
                  <a:gd name="connsiteY71" fmla="*/ 63067 h 336550"/>
                  <a:gd name="connsiteX72" fmla="*/ 171962 w 325438"/>
                  <a:gd name="connsiteY72" fmla="*/ 38100 h 336550"/>
                  <a:gd name="connsiteX73" fmla="*/ 153476 w 325438"/>
                  <a:gd name="connsiteY73" fmla="*/ 38100 h 336550"/>
                  <a:gd name="connsiteX74" fmla="*/ 153476 w 325438"/>
                  <a:gd name="connsiteY74" fmla="*/ 63067 h 336550"/>
                  <a:gd name="connsiteX75" fmla="*/ 158758 w 325438"/>
                  <a:gd name="connsiteY75" fmla="*/ 74894 h 336550"/>
                  <a:gd name="connsiteX76" fmla="*/ 142913 w 325438"/>
                  <a:gd name="connsiteY76" fmla="*/ 90662 h 336550"/>
                  <a:gd name="connsiteX77" fmla="*/ 127069 w 325438"/>
                  <a:gd name="connsiteY77" fmla="*/ 74894 h 336550"/>
                  <a:gd name="connsiteX78" fmla="*/ 133671 w 325438"/>
                  <a:gd name="connsiteY78" fmla="*/ 63067 h 336550"/>
                  <a:gd name="connsiteX79" fmla="*/ 133671 w 325438"/>
                  <a:gd name="connsiteY79" fmla="*/ 38100 h 336550"/>
                  <a:gd name="connsiteX80" fmla="*/ 115186 w 325438"/>
                  <a:gd name="connsiteY80" fmla="*/ 38100 h 336550"/>
                  <a:gd name="connsiteX81" fmla="*/ 115186 w 325438"/>
                  <a:gd name="connsiteY81" fmla="*/ 63067 h 336550"/>
                  <a:gd name="connsiteX82" fmla="*/ 120467 w 325438"/>
                  <a:gd name="connsiteY82" fmla="*/ 74894 h 336550"/>
                  <a:gd name="connsiteX83" fmla="*/ 104623 w 325438"/>
                  <a:gd name="connsiteY83" fmla="*/ 90662 h 336550"/>
                  <a:gd name="connsiteX84" fmla="*/ 88778 w 325438"/>
                  <a:gd name="connsiteY84" fmla="*/ 74894 h 336550"/>
                  <a:gd name="connsiteX85" fmla="*/ 94060 w 325438"/>
                  <a:gd name="connsiteY85" fmla="*/ 63067 h 336550"/>
                  <a:gd name="connsiteX86" fmla="*/ 94060 w 325438"/>
                  <a:gd name="connsiteY86" fmla="*/ 38100 h 336550"/>
                  <a:gd name="connsiteX87" fmla="*/ 75574 w 325438"/>
                  <a:gd name="connsiteY87" fmla="*/ 38100 h 336550"/>
                  <a:gd name="connsiteX88" fmla="*/ 75574 w 325438"/>
                  <a:gd name="connsiteY88" fmla="*/ 63067 h 336550"/>
                  <a:gd name="connsiteX89" fmla="*/ 80856 w 325438"/>
                  <a:gd name="connsiteY89" fmla="*/ 74894 h 336550"/>
                  <a:gd name="connsiteX90" fmla="*/ 65011 w 325438"/>
                  <a:gd name="connsiteY90" fmla="*/ 90662 h 336550"/>
                  <a:gd name="connsiteX91" fmla="*/ 49167 w 325438"/>
                  <a:gd name="connsiteY91" fmla="*/ 74894 h 336550"/>
                  <a:gd name="connsiteX92" fmla="*/ 55769 w 325438"/>
                  <a:gd name="connsiteY92" fmla="*/ 63067 h 336550"/>
                  <a:gd name="connsiteX93" fmla="*/ 55769 w 325438"/>
                  <a:gd name="connsiteY93" fmla="*/ 38100 h 336550"/>
                  <a:gd name="connsiteX94" fmla="*/ 49167 w 325438"/>
                  <a:gd name="connsiteY94" fmla="*/ 38100 h 336550"/>
                  <a:gd name="connsiteX95" fmla="*/ 65315 w 325438"/>
                  <a:gd name="connsiteY95" fmla="*/ 4763 h 336550"/>
                  <a:gd name="connsiteX96" fmla="*/ 61913 w 325438"/>
                  <a:gd name="connsiteY96" fmla="*/ 10110 h 336550"/>
                  <a:gd name="connsiteX97" fmla="*/ 61913 w 325438"/>
                  <a:gd name="connsiteY97" fmla="*/ 75616 h 336550"/>
                  <a:gd name="connsiteX98" fmla="*/ 65315 w 325438"/>
                  <a:gd name="connsiteY98" fmla="*/ 80963 h 336550"/>
                  <a:gd name="connsiteX99" fmla="*/ 69851 w 325438"/>
                  <a:gd name="connsiteY99" fmla="*/ 75616 h 336550"/>
                  <a:gd name="connsiteX100" fmla="*/ 69851 w 325438"/>
                  <a:gd name="connsiteY100" fmla="*/ 10110 h 336550"/>
                  <a:gd name="connsiteX101" fmla="*/ 65315 w 325438"/>
                  <a:gd name="connsiteY101" fmla="*/ 4763 h 336550"/>
                  <a:gd name="connsiteX102" fmla="*/ 104776 w 325438"/>
                  <a:gd name="connsiteY102" fmla="*/ 4763 h 336550"/>
                  <a:gd name="connsiteX103" fmla="*/ 100013 w 325438"/>
                  <a:gd name="connsiteY103" fmla="*/ 10110 h 336550"/>
                  <a:gd name="connsiteX104" fmla="*/ 100013 w 325438"/>
                  <a:gd name="connsiteY104" fmla="*/ 75616 h 336550"/>
                  <a:gd name="connsiteX105" fmla="*/ 104776 w 325438"/>
                  <a:gd name="connsiteY105" fmla="*/ 80963 h 336550"/>
                  <a:gd name="connsiteX106" fmla="*/ 109538 w 325438"/>
                  <a:gd name="connsiteY106" fmla="*/ 75616 h 336550"/>
                  <a:gd name="connsiteX107" fmla="*/ 109538 w 325438"/>
                  <a:gd name="connsiteY107" fmla="*/ 10110 h 336550"/>
                  <a:gd name="connsiteX108" fmla="*/ 104776 w 325438"/>
                  <a:gd name="connsiteY108" fmla="*/ 4763 h 336550"/>
                  <a:gd name="connsiteX109" fmla="*/ 142876 w 325438"/>
                  <a:gd name="connsiteY109" fmla="*/ 4763 h 336550"/>
                  <a:gd name="connsiteX110" fmla="*/ 138113 w 325438"/>
                  <a:gd name="connsiteY110" fmla="*/ 10110 h 336550"/>
                  <a:gd name="connsiteX111" fmla="*/ 138113 w 325438"/>
                  <a:gd name="connsiteY111" fmla="*/ 75616 h 336550"/>
                  <a:gd name="connsiteX112" fmla="*/ 142876 w 325438"/>
                  <a:gd name="connsiteY112" fmla="*/ 80963 h 336550"/>
                  <a:gd name="connsiteX113" fmla="*/ 147638 w 325438"/>
                  <a:gd name="connsiteY113" fmla="*/ 75616 h 336550"/>
                  <a:gd name="connsiteX114" fmla="*/ 147638 w 325438"/>
                  <a:gd name="connsiteY114" fmla="*/ 10110 h 336550"/>
                  <a:gd name="connsiteX115" fmla="*/ 142876 w 325438"/>
                  <a:gd name="connsiteY115" fmla="*/ 4763 h 336550"/>
                  <a:gd name="connsiteX116" fmla="*/ 182563 w 325438"/>
                  <a:gd name="connsiteY116" fmla="*/ 4763 h 336550"/>
                  <a:gd name="connsiteX117" fmla="*/ 177800 w 325438"/>
                  <a:gd name="connsiteY117" fmla="*/ 10110 h 336550"/>
                  <a:gd name="connsiteX118" fmla="*/ 177800 w 325438"/>
                  <a:gd name="connsiteY118" fmla="*/ 75616 h 336550"/>
                  <a:gd name="connsiteX119" fmla="*/ 182563 w 325438"/>
                  <a:gd name="connsiteY119" fmla="*/ 80963 h 336550"/>
                  <a:gd name="connsiteX120" fmla="*/ 187325 w 325438"/>
                  <a:gd name="connsiteY120" fmla="*/ 75616 h 336550"/>
                  <a:gd name="connsiteX121" fmla="*/ 187325 w 325438"/>
                  <a:gd name="connsiteY121" fmla="*/ 10110 h 336550"/>
                  <a:gd name="connsiteX122" fmla="*/ 182563 w 325438"/>
                  <a:gd name="connsiteY122" fmla="*/ 4763 h 336550"/>
                  <a:gd name="connsiteX123" fmla="*/ 220663 w 325438"/>
                  <a:gd name="connsiteY123" fmla="*/ 4763 h 336550"/>
                  <a:gd name="connsiteX124" fmla="*/ 215900 w 325438"/>
                  <a:gd name="connsiteY124" fmla="*/ 10110 h 336550"/>
                  <a:gd name="connsiteX125" fmla="*/ 215900 w 325438"/>
                  <a:gd name="connsiteY125" fmla="*/ 75616 h 336550"/>
                  <a:gd name="connsiteX126" fmla="*/ 220663 w 325438"/>
                  <a:gd name="connsiteY126" fmla="*/ 80963 h 336550"/>
                  <a:gd name="connsiteX127" fmla="*/ 225425 w 325438"/>
                  <a:gd name="connsiteY127" fmla="*/ 75616 h 336550"/>
                  <a:gd name="connsiteX128" fmla="*/ 225425 w 325438"/>
                  <a:gd name="connsiteY128" fmla="*/ 10110 h 336550"/>
                  <a:gd name="connsiteX129" fmla="*/ 220663 w 325438"/>
                  <a:gd name="connsiteY129" fmla="*/ 4763 h 336550"/>
                  <a:gd name="connsiteX130" fmla="*/ 260124 w 325438"/>
                  <a:gd name="connsiteY130" fmla="*/ 4763 h 336550"/>
                  <a:gd name="connsiteX131" fmla="*/ 255588 w 325438"/>
                  <a:gd name="connsiteY131" fmla="*/ 10110 h 336550"/>
                  <a:gd name="connsiteX132" fmla="*/ 255588 w 325438"/>
                  <a:gd name="connsiteY132" fmla="*/ 75616 h 336550"/>
                  <a:gd name="connsiteX133" fmla="*/ 260124 w 325438"/>
                  <a:gd name="connsiteY133" fmla="*/ 80963 h 336550"/>
                  <a:gd name="connsiteX134" fmla="*/ 263526 w 325438"/>
                  <a:gd name="connsiteY134" fmla="*/ 75616 h 336550"/>
                  <a:gd name="connsiteX135" fmla="*/ 263526 w 325438"/>
                  <a:gd name="connsiteY135" fmla="*/ 10110 h 336550"/>
                  <a:gd name="connsiteX136" fmla="*/ 260124 w 325438"/>
                  <a:gd name="connsiteY136" fmla="*/ 4763 h 336550"/>
                  <a:gd name="connsiteX137" fmla="*/ 64823 w 325438"/>
                  <a:gd name="connsiteY137" fmla="*/ 0 h 336550"/>
                  <a:gd name="connsiteX138" fmla="*/ 75406 w 325438"/>
                  <a:gd name="connsiteY138" fmla="*/ 10517 h 336550"/>
                  <a:gd name="connsiteX139" fmla="*/ 75406 w 325438"/>
                  <a:gd name="connsiteY139" fmla="*/ 14461 h 336550"/>
                  <a:gd name="connsiteX140" fmla="*/ 93927 w 325438"/>
                  <a:gd name="connsiteY140" fmla="*/ 14461 h 336550"/>
                  <a:gd name="connsiteX141" fmla="*/ 93927 w 325438"/>
                  <a:gd name="connsiteY141" fmla="*/ 10517 h 336550"/>
                  <a:gd name="connsiteX142" fmla="*/ 104511 w 325438"/>
                  <a:gd name="connsiteY142" fmla="*/ 0 h 336550"/>
                  <a:gd name="connsiteX143" fmla="*/ 115094 w 325438"/>
                  <a:gd name="connsiteY143" fmla="*/ 10517 h 336550"/>
                  <a:gd name="connsiteX144" fmla="*/ 115094 w 325438"/>
                  <a:gd name="connsiteY144" fmla="*/ 14461 h 336550"/>
                  <a:gd name="connsiteX145" fmla="*/ 133615 w 325438"/>
                  <a:gd name="connsiteY145" fmla="*/ 14461 h 336550"/>
                  <a:gd name="connsiteX146" fmla="*/ 133615 w 325438"/>
                  <a:gd name="connsiteY146" fmla="*/ 10517 h 336550"/>
                  <a:gd name="connsiteX147" fmla="*/ 142875 w 325438"/>
                  <a:gd name="connsiteY147" fmla="*/ 0 h 336550"/>
                  <a:gd name="connsiteX148" fmla="*/ 153459 w 325438"/>
                  <a:gd name="connsiteY148" fmla="*/ 10517 h 336550"/>
                  <a:gd name="connsiteX149" fmla="*/ 153459 w 325438"/>
                  <a:gd name="connsiteY149" fmla="*/ 14461 h 336550"/>
                  <a:gd name="connsiteX150" fmla="*/ 171980 w 325438"/>
                  <a:gd name="connsiteY150" fmla="*/ 14461 h 336550"/>
                  <a:gd name="connsiteX151" fmla="*/ 171980 w 325438"/>
                  <a:gd name="connsiteY151" fmla="*/ 10517 h 336550"/>
                  <a:gd name="connsiteX152" fmla="*/ 182563 w 325438"/>
                  <a:gd name="connsiteY152" fmla="*/ 0 h 336550"/>
                  <a:gd name="connsiteX153" fmla="*/ 191823 w 325438"/>
                  <a:gd name="connsiteY153" fmla="*/ 10517 h 336550"/>
                  <a:gd name="connsiteX154" fmla="*/ 191823 w 325438"/>
                  <a:gd name="connsiteY154" fmla="*/ 14461 h 336550"/>
                  <a:gd name="connsiteX155" fmla="*/ 210344 w 325438"/>
                  <a:gd name="connsiteY155" fmla="*/ 14461 h 336550"/>
                  <a:gd name="connsiteX156" fmla="*/ 210344 w 325438"/>
                  <a:gd name="connsiteY156" fmla="*/ 10517 h 336550"/>
                  <a:gd name="connsiteX157" fmla="*/ 220927 w 325438"/>
                  <a:gd name="connsiteY157" fmla="*/ 0 h 336550"/>
                  <a:gd name="connsiteX158" fmla="*/ 231511 w 325438"/>
                  <a:gd name="connsiteY158" fmla="*/ 10517 h 336550"/>
                  <a:gd name="connsiteX159" fmla="*/ 231511 w 325438"/>
                  <a:gd name="connsiteY159" fmla="*/ 14461 h 336550"/>
                  <a:gd name="connsiteX160" fmla="*/ 250032 w 325438"/>
                  <a:gd name="connsiteY160" fmla="*/ 14461 h 336550"/>
                  <a:gd name="connsiteX161" fmla="*/ 250032 w 325438"/>
                  <a:gd name="connsiteY161" fmla="*/ 10517 h 336550"/>
                  <a:gd name="connsiteX162" fmla="*/ 260615 w 325438"/>
                  <a:gd name="connsiteY162" fmla="*/ 0 h 336550"/>
                  <a:gd name="connsiteX163" fmla="*/ 269875 w 325438"/>
                  <a:gd name="connsiteY163" fmla="*/ 10517 h 336550"/>
                  <a:gd name="connsiteX164" fmla="*/ 269875 w 325438"/>
                  <a:gd name="connsiteY164" fmla="*/ 14461 h 336550"/>
                  <a:gd name="connsiteX165" fmla="*/ 276490 w 325438"/>
                  <a:gd name="connsiteY165" fmla="*/ 14461 h 336550"/>
                  <a:gd name="connsiteX166" fmla="*/ 325438 w 325438"/>
                  <a:gd name="connsiteY166" fmla="*/ 61789 h 336550"/>
                  <a:gd name="connsiteX167" fmla="*/ 325438 w 325438"/>
                  <a:gd name="connsiteY167" fmla="*/ 289223 h 336550"/>
                  <a:gd name="connsiteX168" fmla="*/ 276490 w 325438"/>
                  <a:gd name="connsiteY168" fmla="*/ 336550 h 336550"/>
                  <a:gd name="connsiteX169" fmla="*/ 48948 w 325438"/>
                  <a:gd name="connsiteY169" fmla="*/ 336550 h 336550"/>
                  <a:gd name="connsiteX170" fmla="*/ 0 w 325438"/>
                  <a:gd name="connsiteY170" fmla="*/ 289223 h 336550"/>
                  <a:gd name="connsiteX171" fmla="*/ 0 w 325438"/>
                  <a:gd name="connsiteY171" fmla="*/ 61789 h 336550"/>
                  <a:gd name="connsiteX172" fmla="*/ 48948 w 325438"/>
                  <a:gd name="connsiteY172" fmla="*/ 14461 h 336550"/>
                  <a:gd name="connsiteX173" fmla="*/ 55563 w 325438"/>
                  <a:gd name="connsiteY173" fmla="*/ 14461 h 336550"/>
                  <a:gd name="connsiteX174" fmla="*/ 55563 w 325438"/>
                  <a:gd name="connsiteY174" fmla="*/ 10517 h 336550"/>
                  <a:gd name="connsiteX175" fmla="*/ 64823 w 325438"/>
                  <a:gd name="connsiteY175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</a:cxnLst>
                <a:rect l="l" t="t" r="r" b="b"/>
                <a:pathLst>
                  <a:path w="325438" h="336550">
                    <a:moveTo>
                      <a:pt x="233363" y="249238"/>
                    </a:moveTo>
                    <a:lnTo>
                      <a:pt x="279401" y="249238"/>
                    </a:lnTo>
                    <a:lnTo>
                      <a:pt x="279401" y="290513"/>
                    </a:lnTo>
                    <a:lnTo>
                      <a:pt x="233363" y="290513"/>
                    </a:lnTo>
                    <a:close/>
                    <a:moveTo>
                      <a:pt x="171450" y="249238"/>
                    </a:moveTo>
                    <a:lnTo>
                      <a:pt x="217488" y="249238"/>
                    </a:lnTo>
                    <a:lnTo>
                      <a:pt x="217488" y="290513"/>
                    </a:lnTo>
                    <a:lnTo>
                      <a:pt x="171450" y="290513"/>
                    </a:lnTo>
                    <a:close/>
                    <a:moveTo>
                      <a:pt x="107950" y="249238"/>
                    </a:moveTo>
                    <a:lnTo>
                      <a:pt x="155575" y="249238"/>
                    </a:lnTo>
                    <a:lnTo>
                      <a:pt x="155575" y="290513"/>
                    </a:lnTo>
                    <a:lnTo>
                      <a:pt x="107950" y="290513"/>
                    </a:lnTo>
                    <a:close/>
                    <a:moveTo>
                      <a:pt x="46038" y="249238"/>
                    </a:moveTo>
                    <a:lnTo>
                      <a:pt x="93663" y="249238"/>
                    </a:lnTo>
                    <a:lnTo>
                      <a:pt x="93663" y="290513"/>
                    </a:lnTo>
                    <a:lnTo>
                      <a:pt x="46038" y="290513"/>
                    </a:lnTo>
                    <a:close/>
                    <a:moveTo>
                      <a:pt x="233363" y="195263"/>
                    </a:moveTo>
                    <a:lnTo>
                      <a:pt x="279401" y="195263"/>
                    </a:lnTo>
                    <a:lnTo>
                      <a:pt x="279401" y="234951"/>
                    </a:lnTo>
                    <a:lnTo>
                      <a:pt x="233363" y="234951"/>
                    </a:lnTo>
                    <a:close/>
                    <a:moveTo>
                      <a:pt x="171450" y="195263"/>
                    </a:moveTo>
                    <a:lnTo>
                      <a:pt x="217488" y="195263"/>
                    </a:lnTo>
                    <a:lnTo>
                      <a:pt x="217488" y="234951"/>
                    </a:lnTo>
                    <a:lnTo>
                      <a:pt x="171450" y="234951"/>
                    </a:lnTo>
                    <a:close/>
                    <a:moveTo>
                      <a:pt x="107950" y="195263"/>
                    </a:moveTo>
                    <a:lnTo>
                      <a:pt x="155575" y="195263"/>
                    </a:lnTo>
                    <a:lnTo>
                      <a:pt x="155575" y="234951"/>
                    </a:lnTo>
                    <a:lnTo>
                      <a:pt x="107950" y="234951"/>
                    </a:lnTo>
                    <a:close/>
                    <a:moveTo>
                      <a:pt x="46038" y="195263"/>
                    </a:moveTo>
                    <a:lnTo>
                      <a:pt x="93663" y="195263"/>
                    </a:lnTo>
                    <a:lnTo>
                      <a:pt x="93663" y="234951"/>
                    </a:lnTo>
                    <a:lnTo>
                      <a:pt x="46038" y="234951"/>
                    </a:lnTo>
                    <a:close/>
                    <a:moveTo>
                      <a:pt x="233363" y="139700"/>
                    </a:moveTo>
                    <a:lnTo>
                      <a:pt x="279401" y="139700"/>
                    </a:lnTo>
                    <a:lnTo>
                      <a:pt x="279401" y="180975"/>
                    </a:lnTo>
                    <a:lnTo>
                      <a:pt x="233363" y="180975"/>
                    </a:lnTo>
                    <a:close/>
                    <a:moveTo>
                      <a:pt x="171450" y="139700"/>
                    </a:moveTo>
                    <a:lnTo>
                      <a:pt x="217488" y="139700"/>
                    </a:lnTo>
                    <a:lnTo>
                      <a:pt x="217488" y="180975"/>
                    </a:lnTo>
                    <a:lnTo>
                      <a:pt x="171450" y="180975"/>
                    </a:lnTo>
                    <a:close/>
                    <a:moveTo>
                      <a:pt x="107950" y="139700"/>
                    </a:moveTo>
                    <a:lnTo>
                      <a:pt x="155575" y="139700"/>
                    </a:lnTo>
                    <a:lnTo>
                      <a:pt x="155575" y="180975"/>
                    </a:lnTo>
                    <a:lnTo>
                      <a:pt x="107950" y="180975"/>
                    </a:lnTo>
                    <a:close/>
                    <a:moveTo>
                      <a:pt x="49167" y="38100"/>
                    </a:moveTo>
                    <a:cubicBezTo>
                      <a:pt x="35963" y="38100"/>
                      <a:pt x="25400" y="48613"/>
                      <a:pt x="25400" y="61753"/>
                    </a:cubicBezTo>
                    <a:cubicBezTo>
                      <a:pt x="25400" y="61753"/>
                      <a:pt x="25400" y="61753"/>
                      <a:pt x="25400" y="289085"/>
                    </a:cubicBezTo>
                    <a:cubicBezTo>
                      <a:pt x="25400" y="302226"/>
                      <a:pt x="35963" y="312738"/>
                      <a:pt x="49167" y="312738"/>
                    </a:cubicBezTo>
                    <a:cubicBezTo>
                      <a:pt x="49167" y="312738"/>
                      <a:pt x="49167" y="312738"/>
                      <a:pt x="276271" y="312738"/>
                    </a:cubicBezTo>
                    <a:cubicBezTo>
                      <a:pt x="289475" y="312738"/>
                      <a:pt x="300038" y="302226"/>
                      <a:pt x="300038" y="289085"/>
                    </a:cubicBezTo>
                    <a:cubicBezTo>
                      <a:pt x="300038" y="289085"/>
                      <a:pt x="300038" y="289085"/>
                      <a:pt x="300038" y="61753"/>
                    </a:cubicBezTo>
                    <a:cubicBezTo>
                      <a:pt x="300038" y="48613"/>
                      <a:pt x="289475" y="38100"/>
                      <a:pt x="276271" y="38100"/>
                    </a:cubicBezTo>
                    <a:cubicBezTo>
                      <a:pt x="276271" y="38100"/>
                      <a:pt x="276271" y="38100"/>
                      <a:pt x="269669" y="38100"/>
                    </a:cubicBezTo>
                    <a:cubicBezTo>
                      <a:pt x="269669" y="38100"/>
                      <a:pt x="269669" y="38100"/>
                      <a:pt x="269669" y="63067"/>
                    </a:cubicBezTo>
                    <a:cubicBezTo>
                      <a:pt x="273631" y="65695"/>
                      <a:pt x="276271" y="70951"/>
                      <a:pt x="276271" y="74894"/>
                    </a:cubicBezTo>
                    <a:cubicBezTo>
                      <a:pt x="276271" y="84092"/>
                      <a:pt x="268349" y="90662"/>
                      <a:pt x="260427" y="90662"/>
                    </a:cubicBezTo>
                    <a:cubicBezTo>
                      <a:pt x="251184" y="90662"/>
                      <a:pt x="244582" y="84092"/>
                      <a:pt x="244582" y="74894"/>
                    </a:cubicBezTo>
                    <a:cubicBezTo>
                      <a:pt x="244582" y="70951"/>
                      <a:pt x="245903" y="65695"/>
                      <a:pt x="249864" y="63067"/>
                    </a:cubicBezTo>
                    <a:cubicBezTo>
                      <a:pt x="249864" y="63067"/>
                      <a:pt x="249864" y="63067"/>
                      <a:pt x="249864" y="38100"/>
                    </a:cubicBezTo>
                    <a:cubicBezTo>
                      <a:pt x="249864" y="38100"/>
                      <a:pt x="249864" y="38100"/>
                      <a:pt x="231379" y="38100"/>
                    </a:cubicBezTo>
                    <a:cubicBezTo>
                      <a:pt x="231379" y="38100"/>
                      <a:pt x="231379" y="38100"/>
                      <a:pt x="231379" y="63067"/>
                    </a:cubicBezTo>
                    <a:cubicBezTo>
                      <a:pt x="234019" y="65695"/>
                      <a:pt x="236660" y="70951"/>
                      <a:pt x="236660" y="74894"/>
                    </a:cubicBezTo>
                    <a:cubicBezTo>
                      <a:pt x="236660" y="84092"/>
                      <a:pt x="230058" y="90662"/>
                      <a:pt x="220816" y="90662"/>
                    </a:cubicBezTo>
                    <a:cubicBezTo>
                      <a:pt x="212893" y="90662"/>
                      <a:pt x="204971" y="84092"/>
                      <a:pt x="204971" y="74894"/>
                    </a:cubicBezTo>
                    <a:cubicBezTo>
                      <a:pt x="204971" y="70951"/>
                      <a:pt x="207612" y="65695"/>
                      <a:pt x="210253" y="63067"/>
                    </a:cubicBezTo>
                    <a:cubicBezTo>
                      <a:pt x="210253" y="63067"/>
                      <a:pt x="210253" y="63067"/>
                      <a:pt x="210253" y="38100"/>
                    </a:cubicBezTo>
                    <a:cubicBezTo>
                      <a:pt x="210253" y="38100"/>
                      <a:pt x="210253" y="38100"/>
                      <a:pt x="191767" y="38100"/>
                    </a:cubicBezTo>
                    <a:cubicBezTo>
                      <a:pt x="191767" y="38100"/>
                      <a:pt x="191767" y="38100"/>
                      <a:pt x="191767" y="63067"/>
                    </a:cubicBezTo>
                    <a:cubicBezTo>
                      <a:pt x="195728" y="65695"/>
                      <a:pt x="198369" y="70951"/>
                      <a:pt x="198369" y="74894"/>
                    </a:cubicBezTo>
                    <a:cubicBezTo>
                      <a:pt x="198369" y="84092"/>
                      <a:pt x="190447" y="90662"/>
                      <a:pt x="182525" y="90662"/>
                    </a:cubicBezTo>
                    <a:cubicBezTo>
                      <a:pt x="173282" y="90662"/>
                      <a:pt x="166680" y="84092"/>
                      <a:pt x="166680" y="74894"/>
                    </a:cubicBezTo>
                    <a:cubicBezTo>
                      <a:pt x="166680" y="70951"/>
                      <a:pt x="168001" y="65695"/>
                      <a:pt x="171962" y="63067"/>
                    </a:cubicBezTo>
                    <a:cubicBezTo>
                      <a:pt x="171962" y="63067"/>
                      <a:pt x="171962" y="63067"/>
                      <a:pt x="171962" y="38100"/>
                    </a:cubicBezTo>
                    <a:cubicBezTo>
                      <a:pt x="171962" y="38100"/>
                      <a:pt x="171962" y="38100"/>
                      <a:pt x="153476" y="38100"/>
                    </a:cubicBezTo>
                    <a:cubicBezTo>
                      <a:pt x="153476" y="38100"/>
                      <a:pt x="153476" y="38100"/>
                      <a:pt x="153476" y="63067"/>
                    </a:cubicBezTo>
                    <a:cubicBezTo>
                      <a:pt x="157438" y="65695"/>
                      <a:pt x="158758" y="70951"/>
                      <a:pt x="158758" y="74894"/>
                    </a:cubicBezTo>
                    <a:cubicBezTo>
                      <a:pt x="158758" y="84092"/>
                      <a:pt x="152156" y="90662"/>
                      <a:pt x="142913" y="90662"/>
                    </a:cubicBezTo>
                    <a:cubicBezTo>
                      <a:pt x="134991" y="90662"/>
                      <a:pt x="127069" y="84092"/>
                      <a:pt x="127069" y="74894"/>
                    </a:cubicBezTo>
                    <a:cubicBezTo>
                      <a:pt x="127069" y="70951"/>
                      <a:pt x="129710" y="65695"/>
                      <a:pt x="133671" y="63067"/>
                    </a:cubicBezTo>
                    <a:cubicBezTo>
                      <a:pt x="133671" y="63067"/>
                      <a:pt x="133671" y="63067"/>
                      <a:pt x="133671" y="38100"/>
                    </a:cubicBezTo>
                    <a:cubicBezTo>
                      <a:pt x="133671" y="38100"/>
                      <a:pt x="133671" y="38100"/>
                      <a:pt x="115186" y="38100"/>
                    </a:cubicBezTo>
                    <a:cubicBezTo>
                      <a:pt x="115186" y="38100"/>
                      <a:pt x="115186" y="38100"/>
                      <a:pt x="115186" y="63067"/>
                    </a:cubicBezTo>
                    <a:cubicBezTo>
                      <a:pt x="117826" y="65695"/>
                      <a:pt x="120467" y="70951"/>
                      <a:pt x="120467" y="74894"/>
                    </a:cubicBezTo>
                    <a:cubicBezTo>
                      <a:pt x="120467" y="84092"/>
                      <a:pt x="112545" y="90662"/>
                      <a:pt x="104623" y="90662"/>
                    </a:cubicBezTo>
                    <a:cubicBezTo>
                      <a:pt x="95380" y="90662"/>
                      <a:pt x="88778" y="84092"/>
                      <a:pt x="88778" y="74894"/>
                    </a:cubicBezTo>
                    <a:cubicBezTo>
                      <a:pt x="88778" y="70951"/>
                      <a:pt x="91419" y="65695"/>
                      <a:pt x="94060" y="63067"/>
                    </a:cubicBezTo>
                    <a:cubicBezTo>
                      <a:pt x="94060" y="63067"/>
                      <a:pt x="94060" y="63067"/>
                      <a:pt x="94060" y="38100"/>
                    </a:cubicBezTo>
                    <a:cubicBezTo>
                      <a:pt x="94060" y="38100"/>
                      <a:pt x="94060" y="38100"/>
                      <a:pt x="75574" y="38100"/>
                    </a:cubicBezTo>
                    <a:cubicBezTo>
                      <a:pt x="75574" y="38100"/>
                      <a:pt x="75574" y="38100"/>
                      <a:pt x="75574" y="63067"/>
                    </a:cubicBezTo>
                    <a:cubicBezTo>
                      <a:pt x="79535" y="65695"/>
                      <a:pt x="80856" y="70951"/>
                      <a:pt x="80856" y="74894"/>
                    </a:cubicBezTo>
                    <a:cubicBezTo>
                      <a:pt x="80856" y="84092"/>
                      <a:pt x="74254" y="90662"/>
                      <a:pt x="65011" y="90662"/>
                    </a:cubicBezTo>
                    <a:cubicBezTo>
                      <a:pt x="57089" y="90662"/>
                      <a:pt x="49167" y="84092"/>
                      <a:pt x="49167" y="74894"/>
                    </a:cubicBezTo>
                    <a:cubicBezTo>
                      <a:pt x="49167" y="70951"/>
                      <a:pt x="51808" y="65695"/>
                      <a:pt x="55769" y="63067"/>
                    </a:cubicBezTo>
                    <a:cubicBezTo>
                      <a:pt x="55769" y="63067"/>
                      <a:pt x="55769" y="63067"/>
                      <a:pt x="55769" y="38100"/>
                    </a:cubicBezTo>
                    <a:cubicBezTo>
                      <a:pt x="55769" y="38100"/>
                      <a:pt x="55769" y="38100"/>
                      <a:pt x="49167" y="38100"/>
                    </a:cubicBezTo>
                    <a:close/>
                    <a:moveTo>
                      <a:pt x="65315" y="4763"/>
                    </a:moveTo>
                    <a:cubicBezTo>
                      <a:pt x="63047" y="4763"/>
                      <a:pt x="61913" y="7437"/>
                      <a:pt x="61913" y="10110"/>
                    </a:cubicBezTo>
                    <a:lnTo>
                      <a:pt x="61913" y="75616"/>
                    </a:lnTo>
                    <a:cubicBezTo>
                      <a:pt x="61913" y="79626"/>
                      <a:pt x="63047" y="80963"/>
                      <a:pt x="65315" y="80963"/>
                    </a:cubicBezTo>
                    <a:cubicBezTo>
                      <a:pt x="68717" y="80963"/>
                      <a:pt x="69851" y="79626"/>
                      <a:pt x="69851" y="75616"/>
                    </a:cubicBezTo>
                    <a:cubicBezTo>
                      <a:pt x="69851" y="75616"/>
                      <a:pt x="69851" y="75616"/>
                      <a:pt x="69851" y="10110"/>
                    </a:cubicBezTo>
                    <a:cubicBezTo>
                      <a:pt x="69851" y="7437"/>
                      <a:pt x="68717" y="4763"/>
                      <a:pt x="65315" y="4763"/>
                    </a:cubicBezTo>
                    <a:close/>
                    <a:moveTo>
                      <a:pt x="104776" y="4763"/>
                    </a:moveTo>
                    <a:cubicBezTo>
                      <a:pt x="102394" y="4763"/>
                      <a:pt x="100013" y="7437"/>
                      <a:pt x="100013" y="10110"/>
                    </a:cubicBezTo>
                    <a:lnTo>
                      <a:pt x="100013" y="75616"/>
                    </a:lnTo>
                    <a:cubicBezTo>
                      <a:pt x="100013" y="79626"/>
                      <a:pt x="102394" y="80963"/>
                      <a:pt x="104776" y="80963"/>
                    </a:cubicBezTo>
                    <a:cubicBezTo>
                      <a:pt x="107157" y="80963"/>
                      <a:pt x="109538" y="79626"/>
                      <a:pt x="109538" y="75616"/>
                    </a:cubicBezTo>
                    <a:cubicBezTo>
                      <a:pt x="109538" y="75616"/>
                      <a:pt x="109538" y="75616"/>
                      <a:pt x="109538" y="10110"/>
                    </a:cubicBezTo>
                    <a:cubicBezTo>
                      <a:pt x="109538" y="7437"/>
                      <a:pt x="107157" y="4763"/>
                      <a:pt x="104776" y="4763"/>
                    </a:cubicBezTo>
                    <a:close/>
                    <a:moveTo>
                      <a:pt x="142876" y="4763"/>
                    </a:moveTo>
                    <a:cubicBezTo>
                      <a:pt x="140494" y="4763"/>
                      <a:pt x="138113" y="7437"/>
                      <a:pt x="138113" y="10110"/>
                    </a:cubicBezTo>
                    <a:lnTo>
                      <a:pt x="138113" y="75616"/>
                    </a:lnTo>
                    <a:cubicBezTo>
                      <a:pt x="138113" y="79626"/>
                      <a:pt x="140494" y="80963"/>
                      <a:pt x="142876" y="80963"/>
                    </a:cubicBezTo>
                    <a:cubicBezTo>
                      <a:pt x="145257" y="80963"/>
                      <a:pt x="147638" y="79626"/>
                      <a:pt x="147638" y="75616"/>
                    </a:cubicBezTo>
                    <a:cubicBezTo>
                      <a:pt x="147638" y="75616"/>
                      <a:pt x="147638" y="75616"/>
                      <a:pt x="147638" y="10110"/>
                    </a:cubicBezTo>
                    <a:cubicBezTo>
                      <a:pt x="147638" y="7437"/>
                      <a:pt x="145257" y="4763"/>
                      <a:pt x="142876" y="4763"/>
                    </a:cubicBezTo>
                    <a:close/>
                    <a:moveTo>
                      <a:pt x="182563" y="4763"/>
                    </a:moveTo>
                    <a:cubicBezTo>
                      <a:pt x="180181" y="4763"/>
                      <a:pt x="177800" y="7437"/>
                      <a:pt x="177800" y="10110"/>
                    </a:cubicBezTo>
                    <a:lnTo>
                      <a:pt x="177800" y="75616"/>
                    </a:lnTo>
                    <a:cubicBezTo>
                      <a:pt x="177800" y="79626"/>
                      <a:pt x="180181" y="80963"/>
                      <a:pt x="182563" y="80963"/>
                    </a:cubicBezTo>
                    <a:cubicBezTo>
                      <a:pt x="184944" y="80963"/>
                      <a:pt x="187325" y="79626"/>
                      <a:pt x="187325" y="75616"/>
                    </a:cubicBezTo>
                    <a:cubicBezTo>
                      <a:pt x="187325" y="75616"/>
                      <a:pt x="187325" y="75616"/>
                      <a:pt x="187325" y="10110"/>
                    </a:cubicBezTo>
                    <a:cubicBezTo>
                      <a:pt x="187325" y="7437"/>
                      <a:pt x="184944" y="4763"/>
                      <a:pt x="182563" y="4763"/>
                    </a:cubicBezTo>
                    <a:close/>
                    <a:moveTo>
                      <a:pt x="220663" y="4763"/>
                    </a:moveTo>
                    <a:cubicBezTo>
                      <a:pt x="218281" y="4763"/>
                      <a:pt x="215900" y="7437"/>
                      <a:pt x="215900" y="10110"/>
                    </a:cubicBezTo>
                    <a:lnTo>
                      <a:pt x="215900" y="75616"/>
                    </a:lnTo>
                    <a:cubicBezTo>
                      <a:pt x="215900" y="79626"/>
                      <a:pt x="218281" y="80963"/>
                      <a:pt x="220663" y="80963"/>
                    </a:cubicBezTo>
                    <a:cubicBezTo>
                      <a:pt x="223044" y="80963"/>
                      <a:pt x="225425" y="79626"/>
                      <a:pt x="225425" y="75616"/>
                    </a:cubicBezTo>
                    <a:cubicBezTo>
                      <a:pt x="225425" y="75616"/>
                      <a:pt x="225425" y="75616"/>
                      <a:pt x="225425" y="10110"/>
                    </a:cubicBezTo>
                    <a:cubicBezTo>
                      <a:pt x="225425" y="7437"/>
                      <a:pt x="223044" y="4763"/>
                      <a:pt x="220663" y="4763"/>
                    </a:cubicBezTo>
                    <a:close/>
                    <a:moveTo>
                      <a:pt x="260124" y="4763"/>
                    </a:moveTo>
                    <a:cubicBezTo>
                      <a:pt x="256722" y="4763"/>
                      <a:pt x="255588" y="7437"/>
                      <a:pt x="255588" y="10110"/>
                    </a:cubicBezTo>
                    <a:lnTo>
                      <a:pt x="255588" y="75616"/>
                    </a:lnTo>
                    <a:cubicBezTo>
                      <a:pt x="255588" y="79626"/>
                      <a:pt x="256722" y="80963"/>
                      <a:pt x="260124" y="80963"/>
                    </a:cubicBezTo>
                    <a:cubicBezTo>
                      <a:pt x="262392" y="80963"/>
                      <a:pt x="263526" y="79626"/>
                      <a:pt x="263526" y="75616"/>
                    </a:cubicBezTo>
                    <a:cubicBezTo>
                      <a:pt x="263526" y="75616"/>
                      <a:pt x="263526" y="75616"/>
                      <a:pt x="263526" y="10110"/>
                    </a:cubicBezTo>
                    <a:cubicBezTo>
                      <a:pt x="263526" y="7437"/>
                      <a:pt x="262392" y="4763"/>
                      <a:pt x="260124" y="4763"/>
                    </a:cubicBezTo>
                    <a:close/>
                    <a:moveTo>
                      <a:pt x="64823" y="0"/>
                    </a:moveTo>
                    <a:cubicBezTo>
                      <a:pt x="71438" y="0"/>
                      <a:pt x="75406" y="3944"/>
                      <a:pt x="75406" y="10517"/>
                    </a:cubicBezTo>
                    <a:cubicBezTo>
                      <a:pt x="75406" y="10517"/>
                      <a:pt x="75406" y="10517"/>
                      <a:pt x="75406" y="14461"/>
                    </a:cubicBezTo>
                    <a:cubicBezTo>
                      <a:pt x="75406" y="14461"/>
                      <a:pt x="75406" y="14461"/>
                      <a:pt x="93927" y="14461"/>
                    </a:cubicBezTo>
                    <a:cubicBezTo>
                      <a:pt x="93927" y="14461"/>
                      <a:pt x="93927" y="14461"/>
                      <a:pt x="93927" y="10517"/>
                    </a:cubicBezTo>
                    <a:cubicBezTo>
                      <a:pt x="93927" y="3944"/>
                      <a:pt x="99219" y="0"/>
                      <a:pt x="104511" y="0"/>
                    </a:cubicBezTo>
                    <a:cubicBezTo>
                      <a:pt x="109802" y="0"/>
                      <a:pt x="115094" y="3944"/>
                      <a:pt x="115094" y="10517"/>
                    </a:cubicBezTo>
                    <a:cubicBezTo>
                      <a:pt x="115094" y="10517"/>
                      <a:pt x="115094" y="10517"/>
                      <a:pt x="115094" y="14461"/>
                    </a:cubicBezTo>
                    <a:cubicBezTo>
                      <a:pt x="115094" y="14461"/>
                      <a:pt x="115094" y="14461"/>
                      <a:pt x="133615" y="14461"/>
                    </a:cubicBezTo>
                    <a:cubicBezTo>
                      <a:pt x="133615" y="14461"/>
                      <a:pt x="133615" y="14461"/>
                      <a:pt x="133615" y="10517"/>
                    </a:cubicBezTo>
                    <a:cubicBezTo>
                      <a:pt x="133615" y="3944"/>
                      <a:pt x="137584" y="0"/>
                      <a:pt x="142875" y="0"/>
                    </a:cubicBezTo>
                    <a:cubicBezTo>
                      <a:pt x="149490" y="0"/>
                      <a:pt x="153459" y="3944"/>
                      <a:pt x="153459" y="10517"/>
                    </a:cubicBezTo>
                    <a:cubicBezTo>
                      <a:pt x="153459" y="10517"/>
                      <a:pt x="153459" y="10517"/>
                      <a:pt x="153459" y="14461"/>
                    </a:cubicBezTo>
                    <a:cubicBezTo>
                      <a:pt x="153459" y="14461"/>
                      <a:pt x="153459" y="14461"/>
                      <a:pt x="171980" y="14461"/>
                    </a:cubicBezTo>
                    <a:cubicBezTo>
                      <a:pt x="171980" y="14461"/>
                      <a:pt x="171980" y="14461"/>
                      <a:pt x="171980" y="10517"/>
                    </a:cubicBezTo>
                    <a:cubicBezTo>
                      <a:pt x="171980" y="3944"/>
                      <a:pt x="175948" y="0"/>
                      <a:pt x="182563" y="0"/>
                    </a:cubicBezTo>
                    <a:cubicBezTo>
                      <a:pt x="187855" y="0"/>
                      <a:pt x="191823" y="3944"/>
                      <a:pt x="191823" y="10517"/>
                    </a:cubicBezTo>
                    <a:cubicBezTo>
                      <a:pt x="191823" y="10517"/>
                      <a:pt x="191823" y="10517"/>
                      <a:pt x="191823" y="14461"/>
                    </a:cubicBezTo>
                    <a:cubicBezTo>
                      <a:pt x="191823" y="14461"/>
                      <a:pt x="191823" y="14461"/>
                      <a:pt x="210344" y="14461"/>
                    </a:cubicBezTo>
                    <a:cubicBezTo>
                      <a:pt x="210344" y="14461"/>
                      <a:pt x="210344" y="14461"/>
                      <a:pt x="210344" y="10517"/>
                    </a:cubicBezTo>
                    <a:cubicBezTo>
                      <a:pt x="210344" y="3944"/>
                      <a:pt x="215636" y="0"/>
                      <a:pt x="220927" y="0"/>
                    </a:cubicBezTo>
                    <a:cubicBezTo>
                      <a:pt x="226219" y="0"/>
                      <a:pt x="231511" y="3944"/>
                      <a:pt x="231511" y="10517"/>
                    </a:cubicBezTo>
                    <a:cubicBezTo>
                      <a:pt x="231511" y="10517"/>
                      <a:pt x="231511" y="10517"/>
                      <a:pt x="231511" y="14461"/>
                    </a:cubicBezTo>
                    <a:cubicBezTo>
                      <a:pt x="231511" y="14461"/>
                      <a:pt x="231511" y="14461"/>
                      <a:pt x="250032" y="14461"/>
                    </a:cubicBezTo>
                    <a:cubicBezTo>
                      <a:pt x="250032" y="14461"/>
                      <a:pt x="250032" y="14461"/>
                      <a:pt x="250032" y="10517"/>
                    </a:cubicBezTo>
                    <a:cubicBezTo>
                      <a:pt x="250032" y="3944"/>
                      <a:pt x="254000" y="0"/>
                      <a:pt x="260615" y="0"/>
                    </a:cubicBezTo>
                    <a:cubicBezTo>
                      <a:pt x="265907" y="0"/>
                      <a:pt x="269875" y="3944"/>
                      <a:pt x="269875" y="10517"/>
                    </a:cubicBezTo>
                    <a:cubicBezTo>
                      <a:pt x="269875" y="10517"/>
                      <a:pt x="269875" y="10517"/>
                      <a:pt x="269875" y="14461"/>
                    </a:cubicBezTo>
                    <a:cubicBezTo>
                      <a:pt x="269875" y="14461"/>
                      <a:pt x="269875" y="14461"/>
                      <a:pt x="276490" y="14461"/>
                    </a:cubicBezTo>
                    <a:cubicBezTo>
                      <a:pt x="302948" y="14461"/>
                      <a:pt x="325438" y="35496"/>
                      <a:pt x="325438" y="61789"/>
                    </a:cubicBezTo>
                    <a:cubicBezTo>
                      <a:pt x="325438" y="61789"/>
                      <a:pt x="325438" y="61789"/>
                      <a:pt x="325438" y="289223"/>
                    </a:cubicBezTo>
                    <a:cubicBezTo>
                      <a:pt x="325438" y="315516"/>
                      <a:pt x="302948" y="336550"/>
                      <a:pt x="276490" y="336550"/>
                    </a:cubicBezTo>
                    <a:cubicBezTo>
                      <a:pt x="276490" y="336550"/>
                      <a:pt x="276490" y="336550"/>
                      <a:pt x="48948" y="336550"/>
                    </a:cubicBezTo>
                    <a:cubicBezTo>
                      <a:pt x="22490" y="336550"/>
                      <a:pt x="0" y="315516"/>
                      <a:pt x="0" y="289223"/>
                    </a:cubicBezTo>
                    <a:cubicBezTo>
                      <a:pt x="0" y="289223"/>
                      <a:pt x="0" y="289223"/>
                      <a:pt x="0" y="61789"/>
                    </a:cubicBezTo>
                    <a:cubicBezTo>
                      <a:pt x="0" y="35496"/>
                      <a:pt x="22490" y="14461"/>
                      <a:pt x="48948" y="14461"/>
                    </a:cubicBezTo>
                    <a:cubicBezTo>
                      <a:pt x="48948" y="14461"/>
                      <a:pt x="48948" y="14461"/>
                      <a:pt x="55563" y="14461"/>
                    </a:cubicBezTo>
                    <a:cubicBezTo>
                      <a:pt x="55563" y="14461"/>
                      <a:pt x="55563" y="14461"/>
                      <a:pt x="55563" y="10517"/>
                    </a:cubicBezTo>
                    <a:cubicBezTo>
                      <a:pt x="55563" y="3944"/>
                      <a:pt x="59531" y="0"/>
                      <a:pt x="64823" y="0"/>
                    </a:cubicBezTo>
                    <a:close/>
                  </a:path>
                </a:pathLst>
              </a:custGeom>
              <a:solidFill>
                <a:srgbClr val="324D8A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C50A2"/>
                  </a:solidFill>
                  <a:effectLst/>
                  <a:uLnTx/>
                  <a:uFillTx/>
                  <a:latin typeface="+mn-lt"/>
                  <a:ea typeface="+mn-ea"/>
                  <a:sym typeface="+mn-lt"/>
                </a:endParaRPr>
              </a:p>
            </p:txBody>
          </p:sp>
        </p:grpSp>
        <p:sp>
          <p:nvSpPr>
            <p:cNvPr id="126" name="文本框 27"/>
            <p:cNvSpPr txBox="1"/>
            <p:nvPr/>
          </p:nvSpPr>
          <p:spPr>
            <a:xfrm>
              <a:off x="6669040" y="4779208"/>
              <a:ext cx="1742936" cy="251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sym typeface="+mn-lt"/>
                </a:rPr>
                <a:t>时间：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sym typeface="+mn-lt"/>
                </a:rPr>
                <a:t>12.14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sym typeface="+mn-lt"/>
              </a:endParaRPr>
            </a:p>
          </p:txBody>
        </p:sp>
      </p:grpSp>
      <p:sp>
        <p:nvSpPr>
          <p:cNvPr id="133" name="文本框 132"/>
          <p:cNvSpPr txBox="1"/>
          <p:nvPr/>
        </p:nvSpPr>
        <p:spPr>
          <a:xfrm>
            <a:off x="3745230" y="6466840"/>
            <a:ext cx="4257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          url:https://github.com/2501yang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759" y="5842901"/>
            <a:ext cx="12192000" cy="12725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59" y="4988093"/>
            <a:ext cx="12192000" cy="913923"/>
          </a:xfrm>
          <a:prstGeom prst="rect">
            <a:avLst/>
          </a:prstGeom>
          <a:solidFill>
            <a:srgbClr val="324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0" y="3630568"/>
            <a:ext cx="4597810" cy="2271448"/>
            <a:chOff x="1046163" y="933450"/>
            <a:chExt cx="10102851" cy="4991100"/>
          </a:xfrm>
        </p:grpSpPr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2051051" y="4362450"/>
              <a:ext cx="8112125" cy="7937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Rectangle 6"/>
            <p:cNvSpPr>
              <a:spLocks noChangeArrowheads="1"/>
            </p:cNvSpPr>
            <p:nvPr/>
          </p:nvSpPr>
          <p:spPr bwMode="auto">
            <a:xfrm>
              <a:off x="2051051" y="4362450"/>
              <a:ext cx="8112125" cy="793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Freeform 7"/>
            <p:cNvSpPr/>
            <p:nvPr/>
          </p:nvSpPr>
          <p:spPr bwMode="auto">
            <a:xfrm>
              <a:off x="1046163" y="4322763"/>
              <a:ext cx="2278063" cy="801688"/>
            </a:xfrm>
            <a:custGeom>
              <a:avLst/>
              <a:gdLst>
                <a:gd name="T0" fmla="*/ 1078 w 1435"/>
                <a:gd name="T1" fmla="*/ 505 h 505"/>
                <a:gd name="T2" fmla="*/ 0 w 1435"/>
                <a:gd name="T3" fmla="*/ 505 h 505"/>
                <a:gd name="T4" fmla="*/ 538 w 1435"/>
                <a:gd name="T5" fmla="*/ 0 h 505"/>
                <a:gd name="T6" fmla="*/ 1435 w 1435"/>
                <a:gd name="T7" fmla="*/ 0 h 505"/>
                <a:gd name="T8" fmla="*/ 1078 w 1435"/>
                <a:gd name="T9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5" h="505">
                  <a:moveTo>
                    <a:pt x="1078" y="505"/>
                  </a:moveTo>
                  <a:lnTo>
                    <a:pt x="0" y="505"/>
                  </a:lnTo>
                  <a:lnTo>
                    <a:pt x="538" y="0"/>
                  </a:lnTo>
                  <a:lnTo>
                    <a:pt x="1435" y="0"/>
                  </a:lnTo>
                  <a:lnTo>
                    <a:pt x="1078" y="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Freeform 8"/>
            <p:cNvSpPr/>
            <p:nvPr/>
          </p:nvSpPr>
          <p:spPr bwMode="auto">
            <a:xfrm>
              <a:off x="1046163" y="4322763"/>
              <a:ext cx="2278063" cy="801688"/>
            </a:xfrm>
            <a:custGeom>
              <a:avLst/>
              <a:gdLst>
                <a:gd name="T0" fmla="*/ 1078 w 1435"/>
                <a:gd name="T1" fmla="*/ 505 h 505"/>
                <a:gd name="T2" fmla="*/ 0 w 1435"/>
                <a:gd name="T3" fmla="*/ 505 h 505"/>
                <a:gd name="T4" fmla="*/ 538 w 1435"/>
                <a:gd name="T5" fmla="*/ 0 h 505"/>
                <a:gd name="T6" fmla="*/ 1435 w 1435"/>
                <a:gd name="T7" fmla="*/ 0 h 505"/>
                <a:gd name="T8" fmla="*/ 1078 w 1435"/>
                <a:gd name="T9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5" h="505">
                  <a:moveTo>
                    <a:pt x="1078" y="505"/>
                  </a:moveTo>
                  <a:lnTo>
                    <a:pt x="0" y="505"/>
                  </a:lnTo>
                  <a:lnTo>
                    <a:pt x="538" y="0"/>
                  </a:lnTo>
                  <a:lnTo>
                    <a:pt x="1435" y="0"/>
                  </a:lnTo>
                  <a:lnTo>
                    <a:pt x="1078" y="50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Freeform 9"/>
            <p:cNvSpPr/>
            <p:nvPr/>
          </p:nvSpPr>
          <p:spPr bwMode="auto">
            <a:xfrm>
              <a:off x="8870951" y="4322763"/>
              <a:ext cx="2278063" cy="801688"/>
            </a:xfrm>
            <a:custGeom>
              <a:avLst/>
              <a:gdLst>
                <a:gd name="T0" fmla="*/ 1435 w 1435"/>
                <a:gd name="T1" fmla="*/ 505 h 505"/>
                <a:gd name="T2" fmla="*/ 357 w 1435"/>
                <a:gd name="T3" fmla="*/ 505 h 505"/>
                <a:gd name="T4" fmla="*/ 0 w 1435"/>
                <a:gd name="T5" fmla="*/ 0 h 505"/>
                <a:gd name="T6" fmla="*/ 897 w 1435"/>
                <a:gd name="T7" fmla="*/ 0 h 505"/>
                <a:gd name="T8" fmla="*/ 1435 w 1435"/>
                <a:gd name="T9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5" h="505">
                  <a:moveTo>
                    <a:pt x="1435" y="505"/>
                  </a:moveTo>
                  <a:lnTo>
                    <a:pt x="357" y="505"/>
                  </a:lnTo>
                  <a:lnTo>
                    <a:pt x="0" y="0"/>
                  </a:lnTo>
                  <a:lnTo>
                    <a:pt x="897" y="0"/>
                  </a:lnTo>
                  <a:lnTo>
                    <a:pt x="1435" y="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Freeform 10"/>
            <p:cNvSpPr/>
            <p:nvPr/>
          </p:nvSpPr>
          <p:spPr bwMode="auto">
            <a:xfrm>
              <a:off x="8870951" y="4322763"/>
              <a:ext cx="2278063" cy="801688"/>
            </a:xfrm>
            <a:custGeom>
              <a:avLst/>
              <a:gdLst>
                <a:gd name="T0" fmla="*/ 1435 w 1435"/>
                <a:gd name="T1" fmla="*/ 505 h 505"/>
                <a:gd name="T2" fmla="*/ 357 w 1435"/>
                <a:gd name="T3" fmla="*/ 505 h 505"/>
                <a:gd name="T4" fmla="*/ 0 w 1435"/>
                <a:gd name="T5" fmla="*/ 0 h 505"/>
                <a:gd name="T6" fmla="*/ 897 w 1435"/>
                <a:gd name="T7" fmla="*/ 0 h 505"/>
                <a:gd name="T8" fmla="*/ 1435 w 1435"/>
                <a:gd name="T9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5" h="505">
                  <a:moveTo>
                    <a:pt x="1435" y="505"/>
                  </a:moveTo>
                  <a:lnTo>
                    <a:pt x="357" y="505"/>
                  </a:lnTo>
                  <a:lnTo>
                    <a:pt x="0" y="0"/>
                  </a:lnTo>
                  <a:lnTo>
                    <a:pt x="897" y="0"/>
                  </a:lnTo>
                  <a:lnTo>
                    <a:pt x="1435" y="50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Freeform 11"/>
            <p:cNvSpPr/>
            <p:nvPr/>
          </p:nvSpPr>
          <p:spPr bwMode="auto">
            <a:xfrm>
              <a:off x="2984501" y="4322763"/>
              <a:ext cx="6248400" cy="801688"/>
            </a:xfrm>
            <a:custGeom>
              <a:avLst/>
              <a:gdLst>
                <a:gd name="T0" fmla="*/ 3936 w 3936"/>
                <a:gd name="T1" fmla="*/ 505 h 505"/>
                <a:gd name="T2" fmla="*/ 0 w 3936"/>
                <a:gd name="T3" fmla="*/ 505 h 505"/>
                <a:gd name="T4" fmla="*/ 333 w 3936"/>
                <a:gd name="T5" fmla="*/ 0 h 505"/>
                <a:gd name="T6" fmla="*/ 3602 w 3936"/>
                <a:gd name="T7" fmla="*/ 0 h 505"/>
                <a:gd name="T8" fmla="*/ 3936 w 3936"/>
                <a:gd name="T9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36" h="505">
                  <a:moveTo>
                    <a:pt x="3936" y="505"/>
                  </a:moveTo>
                  <a:lnTo>
                    <a:pt x="0" y="505"/>
                  </a:lnTo>
                  <a:lnTo>
                    <a:pt x="333" y="0"/>
                  </a:lnTo>
                  <a:lnTo>
                    <a:pt x="3602" y="0"/>
                  </a:lnTo>
                  <a:lnTo>
                    <a:pt x="3936" y="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Freeform 12"/>
            <p:cNvSpPr/>
            <p:nvPr/>
          </p:nvSpPr>
          <p:spPr bwMode="auto">
            <a:xfrm>
              <a:off x="2984501" y="4322763"/>
              <a:ext cx="6248400" cy="801688"/>
            </a:xfrm>
            <a:custGeom>
              <a:avLst/>
              <a:gdLst>
                <a:gd name="T0" fmla="*/ 3936 w 3936"/>
                <a:gd name="T1" fmla="*/ 505 h 505"/>
                <a:gd name="T2" fmla="*/ 0 w 3936"/>
                <a:gd name="T3" fmla="*/ 505 h 505"/>
                <a:gd name="T4" fmla="*/ 333 w 3936"/>
                <a:gd name="T5" fmla="*/ 0 h 505"/>
                <a:gd name="T6" fmla="*/ 3602 w 3936"/>
                <a:gd name="T7" fmla="*/ 0 h 505"/>
                <a:gd name="T8" fmla="*/ 3936 w 3936"/>
                <a:gd name="T9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36" h="505">
                  <a:moveTo>
                    <a:pt x="3936" y="505"/>
                  </a:moveTo>
                  <a:lnTo>
                    <a:pt x="0" y="505"/>
                  </a:lnTo>
                  <a:lnTo>
                    <a:pt x="333" y="0"/>
                  </a:lnTo>
                  <a:lnTo>
                    <a:pt x="3602" y="0"/>
                  </a:lnTo>
                  <a:lnTo>
                    <a:pt x="3936" y="50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Freeform 13"/>
            <p:cNvSpPr/>
            <p:nvPr/>
          </p:nvSpPr>
          <p:spPr bwMode="auto">
            <a:xfrm>
              <a:off x="3295651" y="4322763"/>
              <a:ext cx="190500" cy="39688"/>
            </a:xfrm>
            <a:custGeom>
              <a:avLst/>
              <a:gdLst>
                <a:gd name="T0" fmla="*/ 18 w 120"/>
                <a:gd name="T1" fmla="*/ 0 h 25"/>
                <a:gd name="T2" fmla="*/ 0 w 120"/>
                <a:gd name="T3" fmla="*/ 25 h 25"/>
                <a:gd name="T4" fmla="*/ 120 w 120"/>
                <a:gd name="T5" fmla="*/ 25 h 25"/>
                <a:gd name="T6" fmla="*/ 0 w 120"/>
                <a:gd name="T7" fmla="*/ 25 h 25"/>
                <a:gd name="T8" fmla="*/ 18 w 120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25">
                  <a:moveTo>
                    <a:pt x="18" y="0"/>
                  </a:moveTo>
                  <a:lnTo>
                    <a:pt x="0" y="25"/>
                  </a:lnTo>
                  <a:lnTo>
                    <a:pt x="120" y="25"/>
                  </a:lnTo>
                  <a:lnTo>
                    <a:pt x="0" y="25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Freeform 14"/>
            <p:cNvSpPr/>
            <p:nvPr/>
          </p:nvSpPr>
          <p:spPr bwMode="auto">
            <a:xfrm>
              <a:off x="3295651" y="4322763"/>
              <a:ext cx="190500" cy="39688"/>
            </a:xfrm>
            <a:custGeom>
              <a:avLst/>
              <a:gdLst>
                <a:gd name="T0" fmla="*/ 18 w 120"/>
                <a:gd name="T1" fmla="*/ 0 h 25"/>
                <a:gd name="T2" fmla="*/ 0 w 120"/>
                <a:gd name="T3" fmla="*/ 25 h 25"/>
                <a:gd name="T4" fmla="*/ 120 w 120"/>
                <a:gd name="T5" fmla="*/ 25 h 25"/>
                <a:gd name="T6" fmla="*/ 0 w 120"/>
                <a:gd name="T7" fmla="*/ 25 h 25"/>
                <a:gd name="T8" fmla="*/ 18 w 120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25">
                  <a:moveTo>
                    <a:pt x="18" y="0"/>
                  </a:moveTo>
                  <a:lnTo>
                    <a:pt x="0" y="25"/>
                  </a:lnTo>
                  <a:lnTo>
                    <a:pt x="120" y="25"/>
                  </a:lnTo>
                  <a:lnTo>
                    <a:pt x="0" y="25"/>
                  </a:lnTo>
                  <a:lnTo>
                    <a:pt x="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Freeform 15"/>
            <p:cNvSpPr/>
            <p:nvPr/>
          </p:nvSpPr>
          <p:spPr bwMode="auto">
            <a:xfrm>
              <a:off x="2051051" y="4362450"/>
              <a:ext cx="8112125" cy="793750"/>
            </a:xfrm>
            <a:custGeom>
              <a:avLst/>
              <a:gdLst>
                <a:gd name="T0" fmla="*/ 4315 w 5110"/>
                <a:gd name="T1" fmla="*/ 0 h 500"/>
                <a:gd name="T2" fmla="*/ 4204 w 5110"/>
                <a:gd name="T3" fmla="*/ 0 h 500"/>
                <a:gd name="T4" fmla="*/ 4524 w 5110"/>
                <a:gd name="T5" fmla="*/ 480 h 500"/>
                <a:gd name="T6" fmla="*/ 588 w 5110"/>
                <a:gd name="T7" fmla="*/ 480 h 500"/>
                <a:gd name="T8" fmla="*/ 904 w 5110"/>
                <a:gd name="T9" fmla="*/ 0 h 500"/>
                <a:gd name="T10" fmla="*/ 784 w 5110"/>
                <a:gd name="T11" fmla="*/ 0 h 500"/>
                <a:gd name="T12" fmla="*/ 445 w 5110"/>
                <a:gd name="T13" fmla="*/ 480 h 500"/>
                <a:gd name="T14" fmla="*/ 0 w 5110"/>
                <a:gd name="T15" fmla="*/ 480 h 500"/>
                <a:gd name="T16" fmla="*/ 0 w 5110"/>
                <a:gd name="T17" fmla="*/ 500 h 500"/>
                <a:gd name="T18" fmla="*/ 5110 w 5110"/>
                <a:gd name="T19" fmla="*/ 500 h 500"/>
                <a:gd name="T20" fmla="*/ 5110 w 5110"/>
                <a:gd name="T21" fmla="*/ 480 h 500"/>
                <a:gd name="T22" fmla="*/ 4653 w 5110"/>
                <a:gd name="T23" fmla="*/ 480 h 500"/>
                <a:gd name="T24" fmla="*/ 4315 w 5110"/>
                <a:gd name="T25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10" h="500">
                  <a:moveTo>
                    <a:pt x="4315" y="0"/>
                  </a:moveTo>
                  <a:lnTo>
                    <a:pt x="4204" y="0"/>
                  </a:lnTo>
                  <a:lnTo>
                    <a:pt x="4524" y="480"/>
                  </a:lnTo>
                  <a:lnTo>
                    <a:pt x="588" y="480"/>
                  </a:lnTo>
                  <a:lnTo>
                    <a:pt x="904" y="0"/>
                  </a:lnTo>
                  <a:lnTo>
                    <a:pt x="784" y="0"/>
                  </a:lnTo>
                  <a:lnTo>
                    <a:pt x="445" y="480"/>
                  </a:lnTo>
                  <a:lnTo>
                    <a:pt x="0" y="480"/>
                  </a:lnTo>
                  <a:lnTo>
                    <a:pt x="0" y="500"/>
                  </a:lnTo>
                  <a:lnTo>
                    <a:pt x="5110" y="500"/>
                  </a:lnTo>
                  <a:lnTo>
                    <a:pt x="5110" y="480"/>
                  </a:lnTo>
                  <a:lnTo>
                    <a:pt x="4653" y="480"/>
                  </a:lnTo>
                  <a:lnTo>
                    <a:pt x="4315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" name="Freeform 16"/>
            <p:cNvSpPr/>
            <p:nvPr/>
          </p:nvSpPr>
          <p:spPr bwMode="auto">
            <a:xfrm>
              <a:off x="2051051" y="4362450"/>
              <a:ext cx="8112125" cy="793750"/>
            </a:xfrm>
            <a:custGeom>
              <a:avLst/>
              <a:gdLst>
                <a:gd name="T0" fmla="*/ 4315 w 5110"/>
                <a:gd name="T1" fmla="*/ 0 h 500"/>
                <a:gd name="T2" fmla="*/ 4204 w 5110"/>
                <a:gd name="T3" fmla="*/ 0 h 500"/>
                <a:gd name="T4" fmla="*/ 4524 w 5110"/>
                <a:gd name="T5" fmla="*/ 480 h 500"/>
                <a:gd name="T6" fmla="*/ 588 w 5110"/>
                <a:gd name="T7" fmla="*/ 480 h 500"/>
                <a:gd name="T8" fmla="*/ 904 w 5110"/>
                <a:gd name="T9" fmla="*/ 0 h 500"/>
                <a:gd name="T10" fmla="*/ 784 w 5110"/>
                <a:gd name="T11" fmla="*/ 0 h 500"/>
                <a:gd name="T12" fmla="*/ 445 w 5110"/>
                <a:gd name="T13" fmla="*/ 480 h 500"/>
                <a:gd name="T14" fmla="*/ 0 w 5110"/>
                <a:gd name="T15" fmla="*/ 480 h 500"/>
                <a:gd name="T16" fmla="*/ 0 w 5110"/>
                <a:gd name="T17" fmla="*/ 500 h 500"/>
                <a:gd name="T18" fmla="*/ 5110 w 5110"/>
                <a:gd name="T19" fmla="*/ 500 h 500"/>
                <a:gd name="T20" fmla="*/ 5110 w 5110"/>
                <a:gd name="T21" fmla="*/ 480 h 500"/>
                <a:gd name="T22" fmla="*/ 4653 w 5110"/>
                <a:gd name="T23" fmla="*/ 480 h 500"/>
                <a:gd name="T24" fmla="*/ 4315 w 5110"/>
                <a:gd name="T25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10" h="500">
                  <a:moveTo>
                    <a:pt x="4315" y="0"/>
                  </a:moveTo>
                  <a:lnTo>
                    <a:pt x="4204" y="0"/>
                  </a:lnTo>
                  <a:lnTo>
                    <a:pt x="4524" y="480"/>
                  </a:lnTo>
                  <a:lnTo>
                    <a:pt x="588" y="480"/>
                  </a:lnTo>
                  <a:lnTo>
                    <a:pt x="904" y="0"/>
                  </a:lnTo>
                  <a:lnTo>
                    <a:pt x="784" y="0"/>
                  </a:lnTo>
                  <a:lnTo>
                    <a:pt x="445" y="480"/>
                  </a:lnTo>
                  <a:lnTo>
                    <a:pt x="0" y="480"/>
                  </a:lnTo>
                  <a:lnTo>
                    <a:pt x="0" y="500"/>
                  </a:lnTo>
                  <a:lnTo>
                    <a:pt x="5110" y="500"/>
                  </a:lnTo>
                  <a:lnTo>
                    <a:pt x="5110" y="480"/>
                  </a:lnTo>
                  <a:lnTo>
                    <a:pt x="4653" y="480"/>
                  </a:lnTo>
                  <a:lnTo>
                    <a:pt x="431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" name="Freeform 17"/>
            <p:cNvSpPr/>
            <p:nvPr/>
          </p:nvSpPr>
          <p:spPr bwMode="auto">
            <a:xfrm>
              <a:off x="1046163" y="4322763"/>
              <a:ext cx="2278063" cy="801688"/>
            </a:xfrm>
            <a:custGeom>
              <a:avLst/>
              <a:gdLst>
                <a:gd name="T0" fmla="*/ 691 w 691"/>
                <a:gd name="T1" fmla="*/ 0 h 243"/>
                <a:gd name="T2" fmla="*/ 617 w 691"/>
                <a:gd name="T3" fmla="*/ 0 h 243"/>
                <a:gd name="T4" fmla="*/ 617 w 691"/>
                <a:gd name="T5" fmla="*/ 15 h 243"/>
                <a:gd name="T6" fmla="*/ 601 w 691"/>
                <a:gd name="T7" fmla="*/ 31 h 243"/>
                <a:gd name="T8" fmla="*/ 431 w 691"/>
                <a:gd name="T9" fmla="*/ 31 h 243"/>
                <a:gd name="T10" fmla="*/ 414 w 691"/>
                <a:gd name="T11" fmla="*/ 15 h 243"/>
                <a:gd name="T12" fmla="*/ 414 w 691"/>
                <a:gd name="T13" fmla="*/ 0 h 243"/>
                <a:gd name="T14" fmla="*/ 259 w 691"/>
                <a:gd name="T15" fmla="*/ 0 h 243"/>
                <a:gd name="T16" fmla="*/ 0 w 691"/>
                <a:gd name="T17" fmla="*/ 243 h 243"/>
                <a:gd name="T18" fmla="*/ 305 w 691"/>
                <a:gd name="T19" fmla="*/ 243 h 243"/>
                <a:gd name="T20" fmla="*/ 519 w 691"/>
                <a:gd name="T21" fmla="*/ 243 h 243"/>
                <a:gd name="T22" fmla="*/ 682 w 691"/>
                <a:gd name="T23" fmla="*/ 12 h 243"/>
                <a:gd name="T24" fmla="*/ 691 w 691"/>
                <a:gd name="T2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1" h="243">
                  <a:moveTo>
                    <a:pt x="691" y="0"/>
                  </a:moveTo>
                  <a:cubicBezTo>
                    <a:pt x="617" y="0"/>
                    <a:pt x="617" y="0"/>
                    <a:pt x="617" y="0"/>
                  </a:cubicBezTo>
                  <a:cubicBezTo>
                    <a:pt x="617" y="15"/>
                    <a:pt x="617" y="15"/>
                    <a:pt x="617" y="15"/>
                  </a:cubicBezTo>
                  <a:cubicBezTo>
                    <a:pt x="617" y="24"/>
                    <a:pt x="610" y="31"/>
                    <a:pt x="601" y="31"/>
                  </a:cubicBezTo>
                  <a:cubicBezTo>
                    <a:pt x="431" y="31"/>
                    <a:pt x="431" y="31"/>
                    <a:pt x="431" y="31"/>
                  </a:cubicBezTo>
                  <a:cubicBezTo>
                    <a:pt x="422" y="31"/>
                    <a:pt x="414" y="24"/>
                    <a:pt x="414" y="15"/>
                  </a:cubicBezTo>
                  <a:cubicBezTo>
                    <a:pt x="414" y="0"/>
                    <a:pt x="414" y="0"/>
                    <a:pt x="414" y="0"/>
                  </a:cubicBezTo>
                  <a:cubicBezTo>
                    <a:pt x="259" y="0"/>
                    <a:pt x="259" y="0"/>
                    <a:pt x="259" y="0"/>
                  </a:cubicBezTo>
                  <a:cubicBezTo>
                    <a:pt x="0" y="243"/>
                    <a:pt x="0" y="243"/>
                    <a:pt x="0" y="243"/>
                  </a:cubicBezTo>
                  <a:cubicBezTo>
                    <a:pt x="305" y="243"/>
                    <a:pt x="305" y="243"/>
                    <a:pt x="305" y="243"/>
                  </a:cubicBezTo>
                  <a:cubicBezTo>
                    <a:pt x="519" y="243"/>
                    <a:pt x="519" y="243"/>
                    <a:pt x="519" y="243"/>
                  </a:cubicBezTo>
                  <a:cubicBezTo>
                    <a:pt x="682" y="12"/>
                    <a:pt x="682" y="12"/>
                    <a:pt x="682" y="12"/>
                  </a:cubicBezTo>
                  <a:cubicBezTo>
                    <a:pt x="691" y="0"/>
                    <a:pt x="691" y="0"/>
                    <a:pt x="691" y="0"/>
                  </a:cubicBezTo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" name="Freeform 18"/>
            <p:cNvSpPr/>
            <p:nvPr/>
          </p:nvSpPr>
          <p:spPr bwMode="auto">
            <a:xfrm>
              <a:off x="8870951" y="4322763"/>
              <a:ext cx="2278063" cy="801688"/>
            </a:xfrm>
            <a:custGeom>
              <a:avLst/>
              <a:gdLst>
                <a:gd name="T0" fmla="*/ 432 w 691"/>
                <a:gd name="T1" fmla="*/ 0 h 243"/>
                <a:gd name="T2" fmla="*/ 313 w 691"/>
                <a:gd name="T3" fmla="*/ 0 h 243"/>
                <a:gd name="T4" fmla="*/ 313 w 691"/>
                <a:gd name="T5" fmla="*/ 15 h 243"/>
                <a:gd name="T6" fmla="*/ 296 w 691"/>
                <a:gd name="T7" fmla="*/ 31 h 243"/>
                <a:gd name="T8" fmla="*/ 126 w 691"/>
                <a:gd name="T9" fmla="*/ 31 h 243"/>
                <a:gd name="T10" fmla="*/ 110 w 691"/>
                <a:gd name="T11" fmla="*/ 15 h 243"/>
                <a:gd name="T12" fmla="*/ 110 w 691"/>
                <a:gd name="T13" fmla="*/ 0 h 243"/>
                <a:gd name="T14" fmla="*/ 0 w 691"/>
                <a:gd name="T15" fmla="*/ 0 h 243"/>
                <a:gd name="T16" fmla="*/ 9 w 691"/>
                <a:gd name="T17" fmla="*/ 12 h 243"/>
                <a:gd name="T18" fmla="*/ 9 w 691"/>
                <a:gd name="T19" fmla="*/ 12 h 243"/>
                <a:gd name="T20" fmla="*/ 172 w 691"/>
                <a:gd name="T21" fmla="*/ 243 h 243"/>
                <a:gd name="T22" fmla="*/ 392 w 691"/>
                <a:gd name="T23" fmla="*/ 243 h 243"/>
                <a:gd name="T24" fmla="*/ 691 w 691"/>
                <a:gd name="T25" fmla="*/ 243 h 243"/>
                <a:gd name="T26" fmla="*/ 432 w 691"/>
                <a:gd name="T27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91" h="243">
                  <a:moveTo>
                    <a:pt x="432" y="0"/>
                  </a:moveTo>
                  <a:cubicBezTo>
                    <a:pt x="313" y="0"/>
                    <a:pt x="313" y="0"/>
                    <a:pt x="313" y="0"/>
                  </a:cubicBezTo>
                  <a:cubicBezTo>
                    <a:pt x="313" y="15"/>
                    <a:pt x="313" y="15"/>
                    <a:pt x="313" y="15"/>
                  </a:cubicBezTo>
                  <a:cubicBezTo>
                    <a:pt x="313" y="24"/>
                    <a:pt x="305" y="31"/>
                    <a:pt x="296" y="31"/>
                  </a:cubicBezTo>
                  <a:cubicBezTo>
                    <a:pt x="126" y="31"/>
                    <a:pt x="126" y="31"/>
                    <a:pt x="126" y="31"/>
                  </a:cubicBezTo>
                  <a:cubicBezTo>
                    <a:pt x="117" y="31"/>
                    <a:pt x="110" y="24"/>
                    <a:pt x="110" y="15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72" y="243"/>
                    <a:pt x="172" y="243"/>
                    <a:pt x="172" y="243"/>
                  </a:cubicBezTo>
                  <a:cubicBezTo>
                    <a:pt x="392" y="243"/>
                    <a:pt x="392" y="243"/>
                    <a:pt x="392" y="243"/>
                  </a:cubicBezTo>
                  <a:cubicBezTo>
                    <a:pt x="691" y="243"/>
                    <a:pt x="691" y="243"/>
                    <a:pt x="691" y="243"/>
                  </a:cubicBezTo>
                  <a:cubicBezTo>
                    <a:pt x="432" y="0"/>
                    <a:pt x="432" y="0"/>
                    <a:pt x="432" y="0"/>
                  </a:cubicBezTo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" name="Freeform 19"/>
            <p:cNvSpPr/>
            <p:nvPr/>
          </p:nvSpPr>
          <p:spPr bwMode="auto">
            <a:xfrm>
              <a:off x="2984501" y="4322763"/>
              <a:ext cx="6248400" cy="801688"/>
            </a:xfrm>
            <a:custGeom>
              <a:avLst/>
              <a:gdLst>
                <a:gd name="T0" fmla="*/ 3602 w 3936"/>
                <a:gd name="T1" fmla="*/ 0 h 505"/>
                <a:gd name="T2" fmla="*/ 333 w 3936"/>
                <a:gd name="T3" fmla="*/ 0 h 505"/>
                <a:gd name="T4" fmla="*/ 316 w 3936"/>
                <a:gd name="T5" fmla="*/ 25 h 505"/>
                <a:gd name="T6" fmla="*/ 316 w 3936"/>
                <a:gd name="T7" fmla="*/ 25 h 505"/>
                <a:gd name="T8" fmla="*/ 0 w 3936"/>
                <a:gd name="T9" fmla="*/ 505 h 505"/>
                <a:gd name="T10" fmla="*/ 3936 w 3936"/>
                <a:gd name="T11" fmla="*/ 505 h 505"/>
                <a:gd name="T12" fmla="*/ 3616 w 3936"/>
                <a:gd name="T13" fmla="*/ 25 h 505"/>
                <a:gd name="T14" fmla="*/ 3616 w 3936"/>
                <a:gd name="T15" fmla="*/ 25 h 505"/>
                <a:gd name="T16" fmla="*/ 3602 w 3936"/>
                <a:gd name="T17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36" h="505">
                  <a:moveTo>
                    <a:pt x="3602" y="0"/>
                  </a:moveTo>
                  <a:lnTo>
                    <a:pt x="333" y="0"/>
                  </a:lnTo>
                  <a:lnTo>
                    <a:pt x="316" y="25"/>
                  </a:lnTo>
                  <a:lnTo>
                    <a:pt x="316" y="25"/>
                  </a:lnTo>
                  <a:lnTo>
                    <a:pt x="0" y="505"/>
                  </a:lnTo>
                  <a:lnTo>
                    <a:pt x="3936" y="505"/>
                  </a:lnTo>
                  <a:lnTo>
                    <a:pt x="3616" y="25"/>
                  </a:lnTo>
                  <a:lnTo>
                    <a:pt x="3616" y="25"/>
                  </a:lnTo>
                  <a:lnTo>
                    <a:pt x="360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" name="Freeform 20"/>
            <p:cNvSpPr/>
            <p:nvPr/>
          </p:nvSpPr>
          <p:spPr bwMode="auto">
            <a:xfrm>
              <a:off x="2984501" y="4322763"/>
              <a:ext cx="6248400" cy="801688"/>
            </a:xfrm>
            <a:custGeom>
              <a:avLst/>
              <a:gdLst>
                <a:gd name="T0" fmla="*/ 3602 w 3936"/>
                <a:gd name="T1" fmla="*/ 0 h 505"/>
                <a:gd name="T2" fmla="*/ 333 w 3936"/>
                <a:gd name="T3" fmla="*/ 0 h 505"/>
                <a:gd name="T4" fmla="*/ 316 w 3936"/>
                <a:gd name="T5" fmla="*/ 25 h 505"/>
                <a:gd name="T6" fmla="*/ 316 w 3936"/>
                <a:gd name="T7" fmla="*/ 25 h 505"/>
                <a:gd name="T8" fmla="*/ 0 w 3936"/>
                <a:gd name="T9" fmla="*/ 505 h 505"/>
                <a:gd name="T10" fmla="*/ 3936 w 3936"/>
                <a:gd name="T11" fmla="*/ 505 h 505"/>
                <a:gd name="T12" fmla="*/ 3616 w 3936"/>
                <a:gd name="T13" fmla="*/ 25 h 505"/>
                <a:gd name="T14" fmla="*/ 3616 w 3936"/>
                <a:gd name="T15" fmla="*/ 25 h 505"/>
                <a:gd name="T16" fmla="*/ 3602 w 3936"/>
                <a:gd name="T17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36" h="505">
                  <a:moveTo>
                    <a:pt x="3602" y="0"/>
                  </a:moveTo>
                  <a:lnTo>
                    <a:pt x="333" y="0"/>
                  </a:lnTo>
                  <a:lnTo>
                    <a:pt x="316" y="25"/>
                  </a:lnTo>
                  <a:lnTo>
                    <a:pt x="316" y="25"/>
                  </a:lnTo>
                  <a:lnTo>
                    <a:pt x="0" y="505"/>
                  </a:lnTo>
                  <a:lnTo>
                    <a:pt x="3936" y="505"/>
                  </a:lnTo>
                  <a:lnTo>
                    <a:pt x="3616" y="25"/>
                  </a:lnTo>
                  <a:lnTo>
                    <a:pt x="3616" y="25"/>
                  </a:lnTo>
                  <a:lnTo>
                    <a:pt x="360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" name="Freeform 21"/>
            <p:cNvSpPr/>
            <p:nvPr/>
          </p:nvSpPr>
          <p:spPr bwMode="auto">
            <a:xfrm>
              <a:off x="4310063" y="3898900"/>
              <a:ext cx="3575050" cy="615950"/>
            </a:xfrm>
            <a:custGeom>
              <a:avLst/>
              <a:gdLst>
                <a:gd name="T0" fmla="*/ 58 w 1084"/>
                <a:gd name="T1" fmla="*/ 0 h 187"/>
                <a:gd name="T2" fmla="*/ 1026 w 1084"/>
                <a:gd name="T3" fmla="*/ 0 h 187"/>
                <a:gd name="T4" fmla="*/ 1084 w 1084"/>
                <a:gd name="T5" fmla="*/ 59 h 187"/>
                <a:gd name="T6" fmla="*/ 1084 w 1084"/>
                <a:gd name="T7" fmla="*/ 128 h 187"/>
                <a:gd name="T8" fmla="*/ 1026 w 1084"/>
                <a:gd name="T9" fmla="*/ 187 h 187"/>
                <a:gd name="T10" fmla="*/ 58 w 1084"/>
                <a:gd name="T11" fmla="*/ 187 h 187"/>
                <a:gd name="T12" fmla="*/ 0 w 1084"/>
                <a:gd name="T13" fmla="*/ 128 h 187"/>
                <a:gd name="T14" fmla="*/ 0 w 1084"/>
                <a:gd name="T15" fmla="*/ 59 h 187"/>
                <a:gd name="T16" fmla="*/ 58 w 1084"/>
                <a:gd name="T17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84" h="187">
                  <a:moveTo>
                    <a:pt x="58" y="0"/>
                  </a:moveTo>
                  <a:cubicBezTo>
                    <a:pt x="1026" y="0"/>
                    <a:pt x="1026" y="0"/>
                    <a:pt x="1026" y="0"/>
                  </a:cubicBezTo>
                  <a:cubicBezTo>
                    <a:pt x="1058" y="0"/>
                    <a:pt x="1084" y="27"/>
                    <a:pt x="1084" y="59"/>
                  </a:cubicBezTo>
                  <a:cubicBezTo>
                    <a:pt x="1084" y="128"/>
                    <a:pt x="1084" y="128"/>
                    <a:pt x="1084" y="128"/>
                  </a:cubicBezTo>
                  <a:cubicBezTo>
                    <a:pt x="1084" y="161"/>
                    <a:pt x="1058" y="187"/>
                    <a:pt x="1026" y="187"/>
                  </a:cubicBezTo>
                  <a:cubicBezTo>
                    <a:pt x="58" y="187"/>
                    <a:pt x="58" y="187"/>
                    <a:pt x="58" y="187"/>
                  </a:cubicBezTo>
                  <a:cubicBezTo>
                    <a:pt x="26" y="187"/>
                    <a:pt x="0" y="161"/>
                    <a:pt x="0" y="128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27"/>
                    <a:pt x="26" y="0"/>
                    <a:pt x="58" y="0"/>
                  </a:cubicBezTo>
                  <a:close/>
                </a:path>
              </a:pathLst>
            </a:custGeom>
            <a:solidFill>
              <a:srgbClr val="473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" name="Freeform 22"/>
            <p:cNvSpPr/>
            <p:nvPr/>
          </p:nvSpPr>
          <p:spPr bwMode="auto">
            <a:xfrm>
              <a:off x="4300538" y="933450"/>
              <a:ext cx="3594100" cy="2444750"/>
            </a:xfrm>
            <a:custGeom>
              <a:avLst/>
              <a:gdLst>
                <a:gd name="T0" fmla="*/ 1054 w 1090"/>
                <a:gd name="T1" fmla="*/ 742 h 742"/>
                <a:gd name="T2" fmla="*/ 36 w 1090"/>
                <a:gd name="T3" fmla="*/ 742 h 742"/>
                <a:gd name="T4" fmla="*/ 0 w 1090"/>
                <a:gd name="T5" fmla="*/ 706 h 742"/>
                <a:gd name="T6" fmla="*/ 0 w 1090"/>
                <a:gd name="T7" fmla="*/ 36 h 742"/>
                <a:gd name="T8" fmla="*/ 36 w 1090"/>
                <a:gd name="T9" fmla="*/ 0 h 742"/>
                <a:gd name="T10" fmla="*/ 1054 w 1090"/>
                <a:gd name="T11" fmla="*/ 0 h 742"/>
                <a:gd name="T12" fmla="*/ 1090 w 1090"/>
                <a:gd name="T13" fmla="*/ 36 h 742"/>
                <a:gd name="T14" fmla="*/ 1090 w 1090"/>
                <a:gd name="T15" fmla="*/ 706 h 742"/>
                <a:gd name="T16" fmla="*/ 1054 w 1090"/>
                <a:gd name="T17" fmla="*/ 742 h 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90" h="742">
                  <a:moveTo>
                    <a:pt x="1054" y="742"/>
                  </a:moveTo>
                  <a:cubicBezTo>
                    <a:pt x="36" y="742"/>
                    <a:pt x="36" y="742"/>
                    <a:pt x="36" y="742"/>
                  </a:cubicBezTo>
                  <a:cubicBezTo>
                    <a:pt x="16" y="742"/>
                    <a:pt x="0" y="726"/>
                    <a:pt x="0" y="70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1054" y="0"/>
                    <a:pt x="1054" y="0"/>
                    <a:pt x="1054" y="0"/>
                  </a:cubicBezTo>
                  <a:cubicBezTo>
                    <a:pt x="1074" y="0"/>
                    <a:pt x="1090" y="17"/>
                    <a:pt x="1090" y="36"/>
                  </a:cubicBezTo>
                  <a:cubicBezTo>
                    <a:pt x="1090" y="706"/>
                    <a:pt x="1090" y="706"/>
                    <a:pt x="1090" y="706"/>
                  </a:cubicBezTo>
                  <a:cubicBezTo>
                    <a:pt x="1090" y="726"/>
                    <a:pt x="1074" y="742"/>
                    <a:pt x="1054" y="742"/>
                  </a:cubicBezTo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" name="Rectangle 23"/>
            <p:cNvSpPr>
              <a:spLocks noChangeArrowheads="1"/>
            </p:cNvSpPr>
            <p:nvPr/>
          </p:nvSpPr>
          <p:spPr bwMode="auto">
            <a:xfrm>
              <a:off x="4465638" y="1098550"/>
              <a:ext cx="3263900" cy="1731963"/>
            </a:xfrm>
            <a:prstGeom prst="rect">
              <a:avLst/>
            </a:prstGeom>
            <a:solidFill>
              <a:srgbClr val="282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Freeform 24"/>
            <p:cNvSpPr/>
            <p:nvPr/>
          </p:nvSpPr>
          <p:spPr bwMode="auto">
            <a:xfrm>
              <a:off x="4300538" y="2995613"/>
              <a:ext cx="3594100" cy="382588"/>
            </a:xfrm>
            <a:custGeom>
              <a:avLst/>
              <a:gdLst>
                <a:gd name="T0" fmla="*/ 0 w 1090"/>
                <a:gd name="T1" fmla="*/ 0 h 116"/>
                <a:gd name="T2" fmla="*/ 0 w 1090"/>
                <a:gd name="T3" fmla="*/ 71 h 116"/>
                <a:gd name="T4" fmla="*/ 45 w 1090"/>
                <a:gd name="T5" fmla="*/ 116 h 116"/>
                <a:gd name="T6" fmla="*/ 1045 w 1090"/>
                <a:gd name="T7" fmla="*/ 116 h 116"/>
                <a:gd name="T8" fmla="*/ 1090 w 1090"/>
                <a:gd name="T9" fmla="*/ 71 h 116"/>
                <a:gd name="T10" fmla="*/ 1090 w 1090"/>
                <a:gd name="T11" fmla="*/ 0 h 116"/>
                <a:gd name="T12" fmla="*/ 0 w 1090"/>
                <a:gd name="T13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0" h="116">
                  <a:moveTo>
                    <a:pt x="0" y="0"/>
                  </a:moveTo>
                  <a:cubicBezTo>
                    <a:pt x="0" y="71"/>
                    <a:pt x="0" y="71"/>
                    <a:pt x="0" y="71"/>
                  </a:cubicBezTo>
                  <a:cubicBezTo>
                    <a:pt x="0" y="96"/>
                    <a:pt x="20" y="116"/>
                    <a:pt x="45" y="116"/>
                  </a:cubicBezTo>
                  <a:cubicBezTo>
                    <a:pt x="1045" y="116"/>
                    <a:pt x="1045" y="116"/>
                    <a:pt x="1045" y="116"/>
                  </a:cubicBezTo>
                  <a:cubicBezTo>
                    <a:pt x="1070" y="116"/>
                    <a:pt x="1090" y="96"/>
                    <a:pt x="1090" y="71"/>
                  </a:cubicBezTo>
                  <a:cubicBezTo>
                    <a:pt x="1090" y="0"/>
                    <a:pt x="1090" y="0"/>
                    <a:pt x="109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" name="Oval 25"/>
            <p:cNvSpPr>
              <a:spLocks noChangeArrowheads="1"/>
            </p:cNvSpPr>
            <p:nvPr/>
          </p:nvSpPr>
          <p:spPr bwMode="auto">
            <a:xfrm>
              <a:off x="6032501" y="3121025"/>
              <a:ext cx="131763" cy="131763"/>
            </a:xfrm>
            <a:prstGeom prst="ellipse">
              <a:avLst/>
            </a:pr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" name="Freeform 26"/>
            <p:cNvSpPr/>
            <p:nvPr/>
          </p:nvSpPr>
          <p:spPr bwMode="auto">
            <a:xfrm>
              <a:off x="5702301" y="3378200"/>
              <a:ext cx="790575" cy="487363"/>
            </a:xfrm>
            <a:custGeom>
              <a:avLst/>
              <a:gdLst>
                <a:gd name="T0" fmla="*/ 215 w 240"/>
                <a:gd name="T1" fmla="*/ 0 h 148"/>
                <a:gd name="T2" fmla="*/ 120 w 240"/>
                <a:gd name="T3" fmla="*/ 0 h 148"/>
                <a:gd name="T4" fmla="*/ 25 w 240"/>
                <a:gd name="T5" fmla="*/ 0 h 148"/>
                <a:gd name="T6" fmla="*/ 0 w 240"/>
                <a:gd name="T7" fmla="*/ 148 h 148"/>
                <a:gd name="T8" fmla="*/ 120 w 240"/>
                <a:gd name="T9" fmla="*/ 148 h 148"/>
                <a:gd name="T10" fmla="*/ 240 w 240"/>
                <a:gd name="T11" fmla="*/ 148 h 148"/>
                <a:gd name="T12" fmla="*/ 215 w 240"/>
                <a:gd name="T1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48">
                  <a:moveTo>
                    <a:pt x="215" y="0"/>
                  </a:moveTo>
                  <a:cubicBezTo>
                    <a:pt x="120" y="0"/>
                    <a:pt x="120" y="0"/>
                    <a:pt x="12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6" y="64"/>
                    <a:pt x="0" y="148"/>
                  </a:cubicBezTo>
                  <a:cubicBezTo>
                    <a:pt x="120" y="148"/>
                    <a:pt x="120" y="148"/>
                    <a:pt x="120" y="148"/>
                  </a:cubicBezTo>
                  <a:cubicBezTo>
                    <a:pt x="240" y="148"/>
                    <a:pt x="240" y="148"/>
                    <a:pt x="240" y="148"/>
                  </a:cubicBezTo>
                  <a:cubicBezTo>
                    <a:pt x="214" y="64"/>
                    <a:pt x="215" y="0"/>
                    <a:pt x="21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Freeform 27"/>
            <p:cNvSpPr>
              <a:spLocks noEditPoints="1"/>
            </p:cNvSpPr>
            <p:nvPr/>
          </p:nvSpPr>
          <p:spPr bwMode="auto">
            <a:xfrm>
              <a:off x="5773738" y="3378200"/>
              <a:ext cx="647700" cy="125413"/>
            </a:xfrm>
            <a:custGeom>
              <a:avLst/>
              <a:gdLst>
                <a:gd name="T0" fmla="*/ 194 w 196"/>
                <a:gd name="T1" fmla="*/ 21 h 38"/>
                <a:gd name="T2" fmla="*/ 196 w 196"/>
                <a:gd name="T3" fmla="*/ 38 h 38"/>
                <a:gd name="T4" fmla="*/ 196 w 196"/>
                <a:gd name="T5" fmla="*/ 38 h 38"/>
                <a:gd name="T6" fmla="*/ 194 w 196"/>
                <a:gd name="T7" fmla="*/ 21 h 38"/>
                <a:gd name="T8" fmla="*/ 194 w 196"/>
                <a:gd name="T9" fmla="*/ 21 h 38"/>
                <a:gd name="T10" fmla="*/ 194 w 196"/>
                <a:gd name="T11" fmla="*/ 21 h 38"/>
                <a:gd name="T12" fmla="*/ 194 w 196"/>
                <a:gd name="T13" fmla="*/ 21 h 38"/>
                <a:gd name="T14" fmla="*/ 194 w 196"/>
                <a:gd name="T15" fmla="*/ 21 h 38"/>
                <a:gd name="T16" fmla="*/ 194 w 196"/>
                <a:gd name="T17" fmla="*/ 21 h 38"/>
                <a:gd name="T18" fmla="*/ 194 w 196"/>
                <a:gd name="T19" fmla="*/ 21 h 38"/>
                <a:gd name="T20" fmla="*/ 194 w 196"/>
                <a:gd name="T21" fmla="*/ 21 h 38"/>
                <a:gd name="T22" fmla="*/ 194 w 196"/>
                <a:gd name="T23" fmla="*/ 21 h 38"/>
                <a:gd name="T24" fmla="*/ 194 w 196"/>
                <a:gd name="T25" fmla="*/ 21 h 38"/>
                <a:gd name="T26" fmla="*/ 193 w 196"/>
                <a:gd name="T27" fmla="*/ 0 h 38"/>
                <a:gd name="T28" fmla="*/ 193 w 196"/>
                <a:gd name="T29" fmla="*/ 0 h 38"/>
                <a:gd name="T30" fmla="*/ 193 w 196"/>
                <a:gd name="T31" fmla="*/ 0 h 38"/>
                <a:gd name="T32" fmla="*/ 193 w 196"/>
                <a:gd name="T33" fmla="*/ 0 h 38"/>
                <a:gd name="T34" fmla="*/ 193 w 196"/>
                <a:gd name="T35" fmla="*/ 0 h 38"/>
                <a:gd name="T36" fmla="*/ 193 w 196"/>
                <a:gd name="T37" fmla="*/ 0 h 38"/>
                <a:gd name="T38" fmla="*/ 193 w 196"/>
                <a:gd name="T39" fmla="*/ 0 h 38"/>
                <a:gd name="T40" fmla="*/ 193 w 196"/>
                <a:gd name="T41" fmla="*/ 0 h 38"/>
                <a:gd name="T42" fmla="*/ 193 w 196"/>
                <a:gd name="T43" fmla="*/ 0 h 38"/>
                <a:gd name="T44" fmla="*/ 3 w 196"/>
                <a:gd name="T45" fmla="*/ 0 h 38"/>
                <a:gd name="T46" fmla="*/ 0 w 196"/>
                <a:gd name="T47" fmla="*/ 38 h 38"/>
                <a:gd name="T48" fmla="*/ 0 w 196"/>
                <a:gd name="T49" fmla="*/ 38 h 38"/>
                <a:gd name="T50" fmla="*/ 3 w 196"/>
                <a:gd name="T51" fmla="*/ 0 h 38"/>
                <a:gd name="T52" fmla="*/ 193 w 196"/>
                <a:gd name="T53" fmla="*/ 0 h 38"/>
                <a:gd name="T54" fmla="*/ 193 w 196"/>
                <a:gd name="T55" fmla="*/ 0 h 38"/>
                <a:gd name="T56" fmla="*/ 193 w 196"/>
                <a:gd name="T57" fmla="*/ 0 h 38"/>
                <a:gd name="T58" fmla="*/ 3 w 196"/>
                <a:gd name="T59" fmla="*/ 0 h 38"/>
                <a:gd name="T60" fmla="*/ 3 w 196"/>
                <a:gd name="T61" fmla="*/ 0 h 38"/>
                <a:gd name="T62" fmla="*/ 3 w 196"/>
                <a:gd name="T63" fmla="*/ 0 h 38"/>
                <a:gd name="T64" fmla="*/ 193 w 196"/>
                <a:gd name="T65" fmla="*/ 0 h 38"/>
                <a:gd name="T66" fmla="*/ 193 w 196"/>
                <a:gd name="T67" fmla="*/ 0 h 38"/>
                <a:gd name="T68" fmla="*/ 193 w 196"/>
                <a:gd name="T69" fmla="*/ 0 h 38"/>
                <a:gd name="T70" fmla="*/ 3 w 196"/>
                <a:gd name="T71" fmla="*/ 0 h 38"/>
                <a:gd name="T72" fmla="*/ 3 w 196"/>
                <a:gd name="T73" fmla="*/ 0 h 38"/>
                <a:gd name="T74" fmla="*/ 3 w 196"/>
                <a:gd name="T75" fmla="*/ 0 h 38"/>
                <a:gd name="T76" fmla="*/ 3 w 196"/>
                <a:gd name="T77" fmla="*/ 0 h 38"/>
                <a:gd name="T78" fmla="*/ 3 w 196"/>
                <a:gd name="T79" fmla="*/ 0 h 38"/>
                <a:gd name="T80" fmla="*/ 3 w 196"/>
                <a:gd name="T81" fmla="*/ 0 h 38"/>
                <a:gd name="T82" fmla="*/ 193 w 196"/>
                <a:gd name="T83" fmla="*/ 0 h 38"/>
                <a:gd name="T84" fmla="*/ 193 w 196"/>
                <a:gd name="T85" fmla="*/ 0 h 38"/>
                <a:gd name="T86" fmla="*/ 193 w 196"/>
                <a:gd name="T8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6" h="38">
                  <a:moveTo>
                    <a:pt x="194" y="21"/>
                  </a:moveTo>
                  <a:cubicBezTo>
                    <a:pt x="194" y="26"/>
                    <a:pt x="195" y="32"/>
                    <a:pt x="196" y="38"/>
                  </a:cubicBezTo>
                  <a:cubicBezTo>
                    <a:pt x="196" y="38"/>
                    <a:pt x="196" y="38"/>
                    <a:pt x="196" y="38"/>
                  </a:cubicBezTo>
                  <a:cubicBezTo>
                    <a:pt x="195" y="32"/>
                    <a:pt x="194" y="26"/>
                    <a:pt x="194" y="21"/>
                  </a:cubicBezTo>
                  <a:moveTo>
                    <a:pt x="194" y="21"/>
                  </a:move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moveTo>
                    <a:pt x="194" y="21"/>
                  </a:move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moveTo>
                    <a:pt x="194" y="21"/>
                  </a:move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moveTo>
                    <a:pt x="3" y="0"/>
                  </a:moveTo>
                  <a:cubicBezTo>
                    <a:pt x="3" y="1"/>
                    <a:pt x="3" y="1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3" y="15"/>
                    <a:pt x="3" y="1"/>
                    <a:pt x="3" y="0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</a:path>
              </a:pathLst>
            </a:cu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8" name="Freeform 28"/>
            <p:cNvSpPr/>
            <p:nvPr/>
          </p:nvSpPr>
          <p:spPr bwMode="auto">
            <a:xfrm>
              <a:off x="5773738" y="3378200"/>
              <a:ext cx="647700" cy="125413"/>
            </a:xfrm>
            <a:custGeom>
              <a:avLst/>
              <a:gdLst>
                <a:gd name="T0" fmla="*/ 193 w 196"/>
                <a:gd name="T1" fmla="*/ 0 h 38"/>
                <a:gd name="T2" fmla="*/ 98 w 196"/>
                <a:gd name="T3" fmla="*/ 0 h 38"/>
                <a:gd name="T4" fmla="*/ 3 w 196"/>
                <a:gd name="T5" fmla="*/ 0 h 38"/>
                <a:gd name="T6" fmla="*/ 3 w 196"/>
                <a:gd name="T7" fmla="*/ 0 h 38"/>
                <a:gd name="T8" fmla="*/ 3 w 196"/>
                <a:gd name="T9" fmla="*/ 0 h 38"/>
                <a:gd name="T10" fmla="*/ 3 w 196"/>
                <a:gd name="T11" fmla="*/ 0 h 38"/>
                <a:gd name="T12" fmla="*/ 3 w 196"/>
                <a:gd name="T13" fmla="*/ 0 h 38"/>
                <a:gd name="T14" fmla="*/ 3 w 196"/>
                <a:gd name="T15" fmla="*/ 0 h 38"/>
                <a:gd name="T16" fmla="*/ 3 w 196"/>
                <a:gd name="T17" fmla="*/ 0 h 38"/>
                <a:gd name="T18" fmla="*/ 3 w 196"/>
                <a:gd name="T19" fmla="*/ 0 h 38"/>
                <a:gd name="T20" fmla="*/ 0 w 196"/>
                <a:gd name="T21" fmla="*/ 38 h 38"/>
                <a:gd name="T22" fmla="*/ 196 w 196"/>
                <a:gd name="T23" fmla="*/ 38 h 38"/>
                <a:gd name="T24" fmla="*/ 194 w 196"/>
                <a:gd name="T25" fmla="*/ 21 h 38"/>
                <a:gd name="T26" fmla="*/ 194 w 196"/>
                <a:gd name="T27" fmla="*/ 21 h 38"/>
                <a:gd name="T28" fmla="*/ 194 w 196"/>
                <a:gd name="T29" fmla="*/ 21 h 38"/>
                <a:gd name="T30" fmla="*/ 194 w 196"/>
                <a:gd name="T31" fmla="*/ 21 h 38"/>
                <a:gd name="T32" fmla="*/ 194 w 196"/>
                <a:gd name="T33" fmla="*/ 21 h 38"/>
                <a:gd name="T34" fmla="*/ 194 w 196"/>
                <a:gd name="T35" fmla="*/ 21 h 38"/>
                <a:gd name="T36" fmla="*/ 194 w 196"/>
                <a:gd name="T37" fmla="*/ 21 h 38"/>
                <a:gd name="T38" fmla="*/ 193 w 196"/>
                <a:gd name="T39" fmla="*/ 0 h 38"/>
                <a:gd name="T40" fmla="*/ 193 w 196"/>
                <a:gd name="T41" fmla="*/ 0 h 38"/>
                <a:gd name="T42" fmla="*/ 193 w 196"/>
                <a:gd name="T43" fmla="*/ 0 h 38"/>
                <a:gd name="T44" fmla="*/ 193 w 196"/>
                <a:gd name="T45" fmla="*/ 0 h 38"/>
                <a:gd name="T46" fmla="*/ 193 w 196"/>
                <a:gd name="T47" fmla="*/ 0 h 38"/>
                <a:gd name="T48" fmla="*/ 193 w 196"/>
                <a:gd name="T49" fmla="*/ 0 h 38"/>
                <a:gd name="T50" fmla="*/ 193 w 196"/>
                <a:gd name="T51" fmla="*/ 0 h 38"/>
                <a:gd name="T52" fmla="*/ 193 w 196"/>
                <a:gd name="T53" fmla="*/ 0 h 38"/>
                <a:gd name="T54" fmla="*/ 193 w 196"/>
                <a:gd name="T55" fmla="*/ 0 h 38"/>
                <a:gd name="T56" fmla="*/ 193 w 196"/>
                <a:gd name="T57" fmla="*/ 0 h 38"/>
                <a:gd name="T58" fmla="*/ 193 w 196"/>
                <a:gd name="T59" fmla="*/ 0 h 38"/>
                <a:gd name="T60" fmla="*/ 193 w 196"/>
                <a:gd name="T61" fmla="*/ 0 h 38"/>
                <a:gd name="T62" fmla="*/ 193 w 196"/>
                <a:gd name="T6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6" h="38">
                  <a:moveTo>
                    <a:pt x="193" y="0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3" y="15"/>
                    <a:pt x="0" y="38"/>
                  </a:cubicBezTo>
                  <a:cubicBezTo>
                    <a:pt x="196" y="38"/>
                    <a:pt x="196" y="38"/>
                    <a:pt x="196" y="38"/>
                  </a:cubicBezTo>
                  <a:cubicBezTo>
                    <a:pt x="195" y="32"/>
                    <a:pt x="194" y="26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3" y="9"/>
                    <a:pt x="193" y="2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</a:path>
              </a:pathLst>
            </a:cu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9" name="Rectangle 29"/>
            <p:cNvSpPr>
              <a:spLocks noChangeArrowheads="1"/>
            </p:cNvSpPr>
            <p:nvPr/>
          </p:nvSpPr>
          <p:spPr bwMode="auto">
            <a:xfrm>
              <a:off x="2051051" y="5156200"/>
              <a:ext cx="8112125" cy="73501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0" name="Rectangle 30"/>
            <p:cNvSpPr>
              <a:spLocks noChangeArrowheads="1"/>
            </p:cNvSpPr>
            <p:nvPr/>
          </p:nvSpPr>
          <p:spPr bwMode="auto">
            <a:xfrm>
              <a:off x="1046163" y="5124450"/>
              <a:ext cx="1711325" cy="80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1" name="Rectangle 31"/>
            <p:cNvSpPr>
              <a:spLocks noChangeArrowheads="1"/>
            </p:cNvSpPr>
            <p:nvPr/>
          </p:nvSpPr>
          <p:spPr bwMode="auto">
            <a:xfrm>
              <a:off x="9437688" y="5124450"/>
              <a:ext cx="1711325" cy="80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2" name="Rectangle 32"/>
            <p:cNvSpPr>
              <a:spLocks noChangeArrowheads="1"/>
            </p:cNvSpPr>
            <p:nvPr/>
          </p:nvSpPr>
          <p:spPr bwMode="auto">
            <a:xfrm>
              <a:off x="2984501" y="5124450"/>
              <a:ext cx="6248400" cy="80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3" name="Freeform 33"/>
            <p:cNvSpPr>
              <a:spLocks noEditPoints="1"/>
            </p:cNvSpPr>
            <p:nvPr/>
          </p:nvSpPr>
          <p:spPr bwMode="auto">
            <a:xfrm>
              <a:off x="4251326" y="3841750"/>
              <a:ext cx="3692525" cy="731838"/>
            </a:xfrm>
            <a:custGeom>
              <a:avLst/>
              <a:gdLst>
                <a:gd name="T0" fmla="*/ 1044 w 1120"/>
                <a:gd name="T1" fmla="*/ 222 h 222"/>
                <a:gd name="T2" fmla="*/ 76 w 1120"/>
                <a:gd name="T3" fmla="*/ 222 h 222"/>
                <a:gd name="T4" fmla="*/ 0 w 1120"/>
                <a:gd name="T5" fmla="*/ 145 h 222"/>
                <a:gd name="T6" fmla="*/ 0 w 1120"/>
                <a:gd name="T7" fmla="*/ 76 h 222"/>
                <a:gd name="T8" fmla="*/ 76 w 1120"/>
                <a:gd name="T9" fmla="*/ 0 h 222"/>
                <a:gd name="T10" fmla="*/ 1044 w 1120"/>
                <a:gd name="T11" fmla="*/ 0 h 222"/>
                <a:gd name="T12" fmla="*/ 1120 w 1120"/>
                <a:gd name="T13" fmla="*/ 76 h 222"/>
                <a:gd name="T14" fmla="*/ 1120 w 1120"/>
                <a:gd name="T15" fmla="*/ 145 h 222"/>
                <a:gd name="T16" fmla="*/ 1044 w 1120"/>
                <a:gd name="T17" fmla="*/ 222 h 222"/>
                <a:gd name="T18" fmla="*/ 76 w 1120"/>
                <a:gd name="T19" fmla="*/ 35 h 222"/>
                <a:gd name="T20" fmla="*/ 35 w 1120"/>
                <a:gd name="T21" fmla="*/ 76 h 222"/>
                <a:gd name="T22" fmla="*/ 35 w 1120"/>
                <a:gd name="T23" fmla="*/ 145 h 222"/>
                <a:gd name="T24" fmla="*/ 76 w 1120"/>
                <a:gd name="T25" fmla="*/ 187 h 222"/>
                <a:gd name="T26" fmla="*/ 1044 w 1120"/>
                <a:gd name="T27" fmla="*/ 187 h 222"/>
                <a:gd name="T28" fmla="*/ 1085 w 1120"/>
                <a:gd name="T29" fmla="*/ 145 h 222"/>
                <a:gd name="T30" fmla="*/ 1085 w 1120"/>
                <a:gd name="T31" fmla="*/ 76 h 222"/>
                <a:gd name="T32" fmla="*/ 1044 w 1120"/>
                <a:gd name="T33" fmla="*/ 35 h 222"/>
                <a:gd name="T34" fmla="*/ 76 w 1120"/>
                <a:gd name="T35" fmla="*/ 35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20" h="222">
                  <a:moveTo>
                    <a:pt x="1044" y="222"/>
                  </a:moveTo>
                  <a:cubicBezTo>
                    <a:pt x="76" y="222"/>
                    <a:pt x="76" y="222"/>
                    <a:pt x="76" y="222"/>
                  </a:cubicBezTo>
                  <a:cubicBezTo>
                    <a:pt x="34" y="222"/>
                    <a:pt x="0" y="187"/>
                    <a:pt x="0" y="145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34"/>
                    <a:pt x="34" y="0"/>
                    <a:pt x="76" y="0"/>
                  </a:cubicBezTo>
                  <a:cubicBezTo>
                    <a:pt x="1044" y="0"/>
                    <a:pt x="1044" y="0"/>
                    <a:pt x="1044" y="0"/>
                  </a:cubicBezTo>
                  <a:cubicBezTo>
                    <a:pt x="1086" y="0"/>
                    <a:pt x="1120" y="34"/>
                    <a:pt x="1120" y="76"/>
                  </a:cubicBezTo>
                  <a:cubicBezTo>
                    <a:pt x="1120" y="145"/>
                    <a:pt x="1120" y="145"/>
                    <a:pt x="1120" y="145"/>
                  </a:cubicBezTo>
                  <a:cubicBezTo>
                    <a:pt x="1120" y="187"/>
                    <a:pt x="1086" y="222"/>
                    <a:pt x="1044" y="222"/>
                  </a:cubicBezTo>
                  <a:close/>
                  <a:moveTo>
                    <a:pt x="76" y="35"/>
                  </a:moveTo>
                  <a:cubicBezTo>
                    <a:pt x="54" y="35"/>
                    <a:pt x="35" y="53"/>
                    <a:pt x="35" y="76"/>
                  </a:cubicBezTo>
                  <a:cubicBezTo>
                    <a:pt x="35" y="145"/>
                    <a:pt x="35" y="145"/>
                    <a:pt x="35" y="145"/>
                  </a:cubicBezTo>
                  <a:cubicBezTo>
                    <a:pt x="35" y="168"/>
                    <a:pt x="54" y="187"/>
                    <a:pt x="76" y="187"/>
                  </a:cubicBezTo>
                  <a:cubicBezTo>
                    <a:pt x="1044" y="187"/>
                    <a:pt x="1044" y="187"/>
                    <a:pt x="1044" y="187"/>
                  </a:cubicBezTo>
                  <a:cubicBezTo>
                    <a:pt x="1066" y="187"/>
                    <a:pt x="1085" y="168"/>
                    <a:pt x="1085" y="145"/>
                  </a:cubicBezTo>
                  <a:cubicBezTo>
                    <a:pt x="1085" y="76"/>
                    <a:pt x="1085" y="76"/>
                    <a:pt x="1085" y="76"/>
                  </a:cubicBezTo>
                  <a:cubicBezTo>
                    <a:pt x="1085" y="53"/>
                    <a:pt x="1066" y="35"/>
                    <a:pt x="1044" y="35"/>
                  </a:cubicBezTo>
                  <a:lnTo>
                    <a:pt x="76" y="35"/>
                  </a:lnTo>
                  <a:close/>
                </a:path>
              </a:pathLst>
            </a:custGeom>
            <a:solidFill>
              <a:srgbClr val="7C63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4" name="Freeform 34"/>
            <p:cNvSpPr/>
            <p:nvPr/>
          </p:nvSpPr>
          <p:spPr bwMode="auto">
            <a:xfrm>
              <a:off x="2411413" y="3186113"/>
              <a:ext cx="669925" cy="1239838"/>
            </a:xfrm>
            <a:custGeom>
              <a:avLst/>
              <a:gdLst>
                <a:gd name="T0" fmla="*/ 187 w 203"/>
                <a:gd name="T1" fmla="*/ 376 h 376"/>
                <a:gd name="T2" fmla="*/ 17 w 203"/>
                <a:gd name="T3" fmla="*/ 376 h 376"/>
                <a:gd name="T4" fmla="*/ 0 w 203"/>
                <a:gd name="T5" fmla="*/ 360 h 376"/>
                <a:gd name="T6" fmla="*/ 0 w 203"/>
                <a:gd name="T7" fmla="*/ 0 h 376"/>
                <a:gd name="T8" fmla="*/ 203 w 203"/>
                <a:gd name="T9" fmla="*/ 0 h 376"/>
                <a:gd name="T10" fmla="*/ 203 w 203"/>
                <a:gd name="T11" fmla="*/ 360 h 376"/>
                <a:gd name="T12" fmla="*/ 187 w 203"/>
                <a:gd name="T13" fmla="*/ 376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376">
                  <a:moveTo>
                    <a:pt x="187" y="376"/>
                  </a:moveTo>
                  <a:cubicBezTo>
                    <a:pt x="17" y="376"/>
                    <a:pt x="17" y="376"/>
                    <a:pt x="17" y="376"/>
                  </a:cubicBezTo>
                  <a:cubicBezTo>
                    <a:pt x="8" y="376"/>
                    <a:pt x="0" y="369"/>
                    <a:pt x="0" y="36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3" y="360"/>
                    <a:pt x="203" y="360"/>
                    <a:pt x="203" y="360"/>
                  </a:cubicBezTo>
                  <a:cubicBezTo>
                    <a:pt x="203" y="369"/>
                    <a:pt x="196" y="376"/>
                    <a:pt x="187" y="376"/>
                  </a:cubicBezTo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5" name="Rectangle 35"/>
            <p:cNvSpPr>
              <a:spLocks noChangeArrowheads="1"/>
            </p:cNvSpPr>
            <p:nvPr/>
          </p:nvSpPr>
          <p:spPr bwMode="auto">
            <a:xfrm>
              <a:off x="2481263" y="3246438"/>
              <a:ext cx="536575" cy="968375"/>
            </a:xfrm>
            <a:prstGeom prst="rect">
              <a:avLst/>
            </a:pr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6" name="Rectangle 36"/>
            <p:cNvSpPr>
              <a:spLocks noChangeArrowheads="1"/>
            </p:cNvSpPr>
            <p:nvPr/>
          </p:nvSpPr>
          <p:spPr bwMode="auto">
            <a:xfrm>
              <a:off x="2481263" y="3246438"/>
              <a:ext cx="536575" cy="968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7" name="Freeform 37"/>
            <p:cNvSpPr/>
            <p:nvPr/>
          </p:nvSpPr>
          <p:spPr bwMode="auto">
            <a:xfrm>
              <a:off x="2519363" y="4425950"/>
              <a:ext cx="455613" cy="65088"/>
            </a:xfrm>
            <a:custGeom>
              <a:avLst/>
              <a:gdLst>
                <a:gd name="T0" fmla="*/ 129 w 138"/>
                <a:gd name="T1" fmla="*/ 20 h 20"/>
                <a:gd name="T2" fmla="*/ 8 w 138"/>
                <a:gd name="T3" fmla="*/ 20 h 20"/>
                <a:gd name="T4" fmla="*/ 0 w 138"/>
                <a:gd name="T5" fmla="*/ 12 h 20"/>
                <a:gd name="T6" fmla="*/ 0 w 138"/>
                <a:gd name="T7" fmla="*/ 0 h 20"/>
                <a:gd name="T8" fmla="*/ 138 w 138"/>
                <a:gd name="T9" fmla="*/ 0 h 20"/>
                <a:gd name="T10" fmla="*/ 138 w 138"/>
                <a:gd name="T11" fmla="*/ 12 h 20"/>
                <a:gd name="T12" fmla="*/ 129 w 138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20">
                  <a:moveTo>
                    <a:pt x="129" y="20"/>
                  </a:moveTo>
                  <a:cubicBezTo>
                    <a:pt x="8" y="20"/>
                    <a:pt x="8" y="20"/>
                    <a:pt x="8" y="20"/>
                  </a:cubicBezTo>
                  <a:cubicBezTo>
                    <a:pt x="4" y="20"/>
                    <a:pt x="0" y="17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8" y="12"/>
                    <a:pt x="138" y="12"/>
                    <a:pt x="138" y="12"/>
                  </a:cubicBezTo>
                  <a:cubicBezTo>
                    <a:pt x="138" y="17"/>
                    <a:pt x="134" y="20"/>
                    <a:pt x="129" y="20"/>
                  </a:cubicBezTo>
                  <a:close/>
                </a:path>
              </a:pathLst>
            </a:custGeom>
            <a:solidFill>
              <a:srgbClr val="282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8" name="Rectangle 38"/>
            <p:cNvSpPr>
              <a:spLocks noChangeArrowheads="1"/>
            </p:cNvSpPr>
            <p:nvPr/>
          </p:nvSpPr>
          <p:spPr bwMode="auto">
            <a:xfrm>
              <a:off x="2733676" y="4214813"/>
              <a:ext cx="26988" cy="101600"/>
            </a:xfrm>
            <a:prstGeom prst="rect">
              <a:avLst/>
            </a:prstGeom>
            <a:solidFill>
              <a:srgbClr val="D2FF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9" name="Rectangle 39"/>
            <p:cNvSpPr>
              <a:spLocks noChangeArrowheads="1"/>
            </p:cNvSpPr>
            <p:nvPr/>
          </p:nvSpPr>
          <p:spPr bwMode="auto">
            <a:xfrm>
              <a:off x="2481263" y="3246438"/>
              <a:ext cx="536575" cy="85725"/>
            </a:xfrm>
            <a:prstGeom prst="rect">
              <a:avLst/>
            </a:pr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0" name="Rectangle 40"/>
            <p:cNvSpPr>
              <a:spLocks noChangeArrowheads="1"/>
            </p:cNvSpPr>
            <p:nvPr/>
          </p:nvSpPr>
          <p:spPr bwMode="auto">
            <a:xfrm>
              <a:off x="2481263" y="3246438"/>
              <a:ext cx="53657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1" name="Freeform 41"/>
            <p:cNvSpPr/>
            <p:nvPr/>
          </p:nvSpPr>
          <p:spPr bwMode="auto">
            <a:xfrm>
              <a:off x="9232901" y="3186113"/>
              <a:ext cx="669925" cy="1239838"/>
            </a:xfrm>
            <a:custGeom>
              <a:avLst/>
              <a:gdLst>
                <a:gd name="T0" fmla="*/ 186 w 203"/>
                <a:gd name="T1" fmla="*/ 376 h 376"/>
                <a:gd name="T2" fmla="*/ 16 w 203"/>
                <a:gd name="T3" fmla="*/ 376 h 376"/>
                <a:gd name="T4" fmla="*/ 0 w 203"/>
                <a:gd name="T5" fmla="*/ 360 h 376"/>
                <a:gd name="T6" fmla="*/ 0 w 203"/>
                <a:gd name="T7" fmla="*/ 0 h 376"/>
                <a:gd name="T8" fmla="*/ 203 w 203"/>
                <a:gd name="T9" fmla="*/ 0 h 376"/>
                <a:gd name="T10" fmla="*/ 203 w 203"/>
                <a:gd name="T11" fmla="*/ 360 h 376"/>
                <a:gd name="T12" fmla="*/ 186 w 203"/>
                <a:gd name="T13" fmla="*/ 376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376">
                  <a:moveTo>
                    <a:pt x="186" y="376"/>
                  </a:moveTo>
                  <a:cubicBezTo>
                    <a:pt x="16" y="376"/>
                    <a:pt x="16" y="376"/>
                    <a:pt x="16" y="376"/>
                  </a:cubicBezTo>
                  <a:cubicBezTo>
                    <a:pt x="7" y="376"/>
                    <a:pt x="0" y="369"/>
                    <a:pt x="0" y="36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3" y="360"/>
                    <a:pt x="203" y="360"/>
                    <a:pt x="203" y="360"/>
                  </a:cubicBezTo>
                  <a:cubicBezTo>
                    <a:pt x="203" y="369"/>
                    <a:pt x="195" y="376"/>
                    <a:pt x="186" y="376"/>
                  </a:cubicBezTo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2" name="Rectangle 42"/>
            <p:cNvSpPr>
              <a:spLocks noChangeArrowheads="1"/>
            </p:cNvSpPr>
            <p:nvPr/>
          </p:nvSpPr>
          <p:spPr bwMode="auto">
            <a:xfrm>
              <a:off x="9302751" y="3246438"/>
              <a:ext cx="533400" cy="968375"/>
            </a:xfrm>
            <a:prstGeom prst="rect">
              <a:avLst/>
            </a:pr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3" name="Rectangle 43"/>
            <p:cNvSpPr>
              <a:spLocks noChangeArrowheads="1"/>
            </p:cNvSpPr>
            <p:nvPr/>
          </p:nvSpPr>
          <p:spPr bwMode="auto">
            <a:xfrm>
              <a:off x="9302751" y="3246438"/>
              <a:ext cx="533400" cy="968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4" name="Freeform 44"/>
            <p:cNvSpPr/>
            <p:nvPr/>
          </p:nvSpPr>
          <p:spPr bwMode="auto">
            <a:xfrm>
              <a:off x="9339263" y="4425950"/>
              <a:ext cx="454025" cy="65088"/>
            </a:xfrm>
            <a:custGeom>
              <a:avLst/>
              <a:gdLst>
                <a:gd name="T0" fmla="*/ 130 w 138"/>
                <a:gd name="T1" fmla="*/ 20 h 20"/>
                <a:gd name="T2" fmla="*/ 9 w 138"/>
                <a:gd name="T3" fmla="*/ 20 h 20"/>
                <a:gd name="T4" fmla="*/ 0 w 138"/>
                <a:gd name="T5" fmla="*/ 12 h 20"/>
                <a:gd name="T6" fmla="*/ 0 w 138"/>
                <a:gd name="T7" fmla="*/ 0 h 20"/>
                <a:gd name="T8" fmla="*/ 138 w 138"/>
                <a:gd name="T9" fmla="*/ 0 h 20"/>
                <a:gd name="T10" fmla="*/ 138 w 138"/>
                <a:gd name="T11" fmla="*/ 12 h 20"/>
                <a:gd name="T12" fmla="*/ 130 w 138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20">
                  <a:moveTo>
                    <a:pt x="130" y="20"/>
                  </a:moveTo>
                  <a:cubicBezTo>
                    <a:pt x="9" y="20"/>
                    <a:pt x="9" y="20"/>
                    <a:pt x="9" y="20"/>
                  </a:cubicBezTo>
                  <a:cubicBezTo>
                    <a:pt x="4" y="20"/>
                    <a:pt x="0" y="17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8" y="12"/>
                    <a:pt x="138" y="12"/>
                    <a:pt x="138" y="12"/>
                  </a:cubicBezTo>
                  <a:cubicBezTo>
                    <a:pt x="138" y="17"/>
                    <a:pt x="134" y="20"/>
                    <a:pt x="130" y="20"/>
                  </a:cubicBezTo>
                  <a:close/>
                </a:path>
              </a:pathLst>
            </a:custGeom>
            <a:solidFill>
              <a:srgbClr val="282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5" name="Rectangle 45"/>
            <p:cNvSpPr>
              <a:spLocks noChangeArrowheads="1"/>
            </p:cNvSpPr>
            <p:nvPr/>
          </p:nvSpPr>
          <p:spPr bwMode="auto">
            <a:xfrm>
              <a:off x="9553576" y="4214813"/>
              <a:ext cx="25400" cy="101600"/>
            </a:xfrm>
            <a:prstGeom prst="rect">
              <a:avLst/>
            </a:prstGeom>
            <a:solidFill>
              <a:srgbClr val="D2FF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9302751" y="3246438"/>
              <a:ext cx="533400" cy="85725"/>
            </a:xfrm>
            <a:prstGeom prst="rect">
              <a:avLst/>
            </a:pr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7" name="Rectangle 47"/>
            <p:cNvSpPr>
              <a:spLocks noChangeArrowheads="1"/>
            </p:cNvSpPr>
            <p:nvPr/>
          </p:nvSpPr>
          <p:spPr bwMode="auto">
            <a:xfrm>
              <a:off x="9302751" y="3246438"/>
              <a:ext cx="53340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8" name="Freeform 48"/>
            <p:cNvSpPr/>
            <p:nvPr/>
          </p:nvSpPr>
          <p:spPr bwMode="auto">
            <a:xfrm>
              <a:off x="4738688" y="4751388"/>
              <a:ext cx="2717800" cy="195263"/>
            </a:xfrm>
            <a:custGeom>
              <a:avLst/>
              <a:gdLst>
                <a:gd name="T0" fmla="*/ 0 w 1712"/>
                <a:gd name="T1" fmla="*/ 123 h 123"/>
                <a:gd name="T2" fmla="*/ 1712 w 1712"/>
                <a:gd name="T3" fmla="*/ 123 h 123"/>
                <a:gd name="T4" fmla="*/ 1583 w 1712"/>
                <a:gd name="T5" fmla="*/ 0 h 123"/>
                <a:gd name="T6" fmla="*/ 129 w 1712"/>
                <a:gd name="T7" fmla="*/ 0 h 123"/>
                <a:gd name="T8" fmla="*/ 0 w 1712"/>
                <a:gd name="T9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2" h="123">
                  <a:moveTo>
                    <a:pt x="0" y="123"/>
                  </a:moveTo>
                  <a:lnTo>
                    <a:pt x="1712" y="123"/>
                  </a:lnTo>
                  <a:lnTo>
                    <a:pt x="1583" y="0"/>
                  </a:lnTo>
                  <a:lnTo>
                    <a:pt x="129" y="0"/>
                  </a:lnTo>
                  <a:lnTo>
                    <a:pt x="0" y="123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9" name="Freeform 49"/>
            <p:cNvSpPr/>
            <p:nvPr/>
          </p:nvSpPr>
          <p:spPr bwMode="auto">
            <a:xfrm>
              <a:off x="4851401" y="4787900"/>
              <a:ext cx="2492375" cy="122238"/>
            </a:xfrm>
            <a:custGeom>
              <a:avLst/>
              <a:gdLst>
                <a:gd name="T0" fmla="*/ 0 w 1570"/>
                <a:gd name="T1" fmla="*/ 77 h 77"/>
                <a:gd name="T2" fmla="*/ 83 w 1570"/>
                <a:gd name="T3" fmla="*/ 0 h 77"/>
                <a:gd name="T4" fmla="*/ 1487 w 1570"/>
                <a:gd name="T5" fmla="*/ 0 h 77"/>
                <a:gd name="T6" fmla="*/ 1570 w 1570"/>
                <a:gd name="T7" fmla="*/ 77 h 77"/>
                <a:gd name="T8" fmla="*/ 0 w 1570"/>
                <a:gd name="T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0" h="77">
                  <a:moveTo>
                    <a:pt x="0" y="77"/>
                  </a:moveTo>
                  <a:lnTo>
                    <a:pt x="83" y="0"/>
                  </a:lnTo>
                  <a:lnTo>
                    <a:pt x="1487" y="0"/>
                  </a:lnTo>
                  <a:lnTo>
                    <a:pt x="1570" y="77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0" name="Rectangle 50"/>
            <p:cNvSpPr>
              <a:spLocks noChangeArrowheads="1"/>
            </p:cNvSpPr>
            <p:nvPr/>
          </p:nvSpPr>
          <p:spPr bwMode="auto">
            <a:xfrm>
              <a:off x="6091238" y="4764088"/>
              <a:ext cx="12700" cy="165100"/>
            </a:xfrm>
            <a:prstGeom prst="rect">
              <a:avLst/>
            </a:pr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1" name="Freeform 51"/>
            <p:cNvSpPr/>
            <p:nvPr/>
          </p:nvSpPr>
          <p:spPr bwMode="auto">
            <a:xfrm>
              <a:off x="6091238" y="4764088"/>
              <a:ext cx="12700" cy="165100"/>
            </a:xfrm>
            <a:custGeom>
              <a:avLst/>
              <a:gdLst>
                <a:gd name="T0" fmla="*/ 8 w 8"/>
                <a:gd name="T1" fmla="*/ 104 h 104"/>
                <a:gd name="T2" fmla="*/ 8 w 8"/>
                <a:gd name="T3" fmla="*/ 0 h 104"/>
                <a:gd name="T4" fmla="*/ 0 w 8"/>
                <a:gd name="T5" fmla="*/ 0 h 104"/>
                <a:gd name="T6" fmla="*/ 0 w 8"/>
                <a:gd name="T7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04">
                  <a:moveTo>
                    <a:pt x="8" y="104"/>
                  </a:moveTo>
                  <a:lnTo>
                    <a:pt x="8" y="0"/>
                  </a:lnTo>
                  <a:lnTo>
                    <a:pt x="0" y="0"/>
                  </a:lnTo>
                  <a:lnTo>
                    <a:pt x="0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2" name="Freeform 52"/>
            <p:cNvSpPr/>
            <p:nvPr/>
          </p:nvSpPr>
          <p:spPr bwMode="auto">
            <a:xfrm>
              <a:off x="5949951" y="4764088"/>
              <a:ext cx="31750" cy="168275"/>
            </a:xfrm>
            <a:custGeom>
              <a:avLst/>
              <a:gdLst>
                <a:gd name="T0" fmla="*/ 8 w 20"/>
                <a:gd name="T1" fmla="*/ 106 h 106"/>
                <a:gd name="T2" fmla="*/ 20 w 20"/>
                <a:gd name="T3" fmla="*/ 3 h 106"/>
                <a:gd name="T4" fmla="*/ 12 w 20"/>
                <a:gd name="T5" fmla="*/ 0 h 106"/>
                <a:gd name="T6" fmla="*/ 0 w 20"/>
                <a:gd name="T7" fmla="*/ 104 h 106"/>
                <a:gd name="T8" fmla="*/ 8 w 20"/>
                <a:gd name="T9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106">
                  <a:moveTo>
                    <a:pt x="8" y="106"/>
                  </a:moveTo>
                  <a:lnTo>
                    <a:pt x="20" y="3"/>
                  </a:lnTo>
                  <a:lnTo>
                    <a:pt x="12" y="0"/>
                  </a:lnTo>
                  <a:lnTo>
                    <a:pt x="0" y="104"/>
                  </a:lnTo>
                  <a:lnTo>
                    <a:pt x="8" y="106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3" name="Freeform 53"/>
            <p:cNvSpPr/>
            <p:nvPr/>
          </p:nvSpPr>
          <p:spPr bwMode="auto">
            <a:xfrm>
              <a:off x="5949951" y="4764088"/>
              <a:ext cx="31750" cy="168275"/>
            </a:xfrm>
            <a:custGeom>
              <a:avLst/>
              <a:gdLst>
                <a:gd name="T0" fmla="*/ 8 w 20"/>
                <a:gd name="T1" fmla="*/ 106 h 106"/>
                <a:gd name="T2" fmla="*/ 20 w 20"/>
                <a:gd name="T3" fmla="*/ 3 h 106"/>
                <a:gd name="T4" fmla="*/ 12 w 20"/>
                <a:gd name="T5" fmla="*/ 0 h 106"/>
                <a:gd name="T6" fmla="*/ 0 w 20"/>
                <a:gd name="T7" fmla="*/ 10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06">
                  <a:moveTo>
                    <a:pt x="8" y="106"/>
                  </a:moveTo>
                  <a:lnTo>
                    <a:pt x="20" y="3"/>
                  </a:lnTo>
                  <a:lnTo>
                    <a:pt x="12" y="0"/>
                  </a:lnTo>
                  <a:lnTo>
                    <a:pt x="0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4" name="Freeform 54"/>
            <p:cNvSpPr/>
            <p:nvPr/>
          </p:nvSpPr>
          <p:spPr bwMode="auto">
            <a:xfrm>
              <a:off x="5810251" y="4764088"/>
              <a:ext cx="49213" cy="168275"/>
            </a:xfrm>
            <a:custGeom>
              <a:avLst/>
              <a:gdLst>
                <a:gd name="T0" fmla="*/ 9 w 31"/>
                <a:gd name="T1" fmla="*/ 106 h 106"/>
                <a:gd name="T2" fmla="*/ 31 w 31"/>
                <a:gd name="T3" fmla="*/ 3 h 106"/>
                <a:gd name="T4" fmla="*/ 23 w 31"/>
                <a:gd name="T5" fmla="*/ 0 h 106"/>
                <a:gd name="T6" fmla="*/ 0 w 31"/>
                <a:gd name="T7" fmla="*/ 104 h 106"/>
                <a:gd name="T8" fmla="*/ 9 w 31"/>
                <a:gd name="T9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06">
                  <a:moveTo>
                    <a:pt x="9" y="106"/>
                  </a:moveTo>
                  <a:lnTo>
                    <a:pt x="31" y="3"/>
                  </a:lnTo>
                  <a:lnTo>
                    <a:pt x="23" y="0"/>
                  </a:lnTo>
                  <a:lnTo>
                    <a:pt x="0" y="104"/>
                  </a:lnTo>
                  <a:lnTo>
                    <a:pt x="9" y="106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5" name="Freeform 55"/>
            <p:cNvSpPr/>
            <p:nvPr/>
          </p:nvSpPr>
          <p:spPr bwMode="auto">
            <a:xfrm>
              <a:off x="5810251" y="4764088"/>
              <a:ext cx="49213" cy="168275"/>
            </a:xfrm>
            <a:custGeom>
              <a:avLst/>
              <a:gdLst>
                <a:gd name="T0" fmla="*/ 9 w 31"/>
                <a:gd name="T1" fmla="*/ 106 h 106"/>
                <a:gd name="T2" fmla="*/ 31 w 31"/>
                <a:gd name="T3" fmla="*/ 3 h 106"/>
                <a:gd name="T4" fmla="*/ 23 w 31"/>
                <a:gd name="T5" fmla="*/ 0 h 106"/>
                <a:gd name="T6" fmla="*/ 0 w 31"/>
                <a:gd name="T7" fmla="*/ 10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106">
                  <a:moveTo>
                    <a:pt x="9" y="106"/>
                  </a:moveTo>
                  <a:lnTo>
                    <a:pt x="31" y="3"/>
                  </a:lnTo>
                  <a:lnTo>
                    <a:pt x="23" y="0"/>
                  </a:lnTo>
                  <a:lnTo>
                    <a:pt x="0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6" name="Freeform 56"/>
            <p:cNvSpPr/>
            <p:nvPr/>
          </p:nvSpPr>
          <p:spPr bwMode="auto">
            <a:xfrm>
              <a:off x="5668963" y="4764088"/>
              <a:ext cx="66675" cy="168275"/>
            </a:xfrm>
            <a:custGeom>
              <a:avLst/>
              <a:gdLst>
                <a:gd name="T0" fmla="*/ 8 w 42"/>
                <a:gd name="T1" fmla="*/ 106 h 106"/>
                <a:gd name="T2" fmla="*/ 42 w 42"/>
                <a:gd name="T3" fmla="*/ 3 h 106"/>
                <a:gd name="T4" fmla="*/ 35 w 42"/>
                <a:gd name="T5" fmla="*/ 0 h 106"/>
                <a:gd name="T6" fmla="*/ 0 w 42"/>
                <a:gd name="T7" fmla="*/ 104 h 106"/>
                <a:gd name="T8" fmla="*/ 8 w 42"/>
                <a:gd name="T9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06">
                  <a:moveTo>
                    <a:pt x="8" y="106"/>
                  </a:moveTo>
                  <a:lnTo>
                    <a:pt x="42" y="3"/>
                  </a:lnTo>
                  <a:lnTo>
                    <a:pt x="35" y="0"/>
                  </a:lnTo>
                  <a:lnTo>
                    <a:pt x="0" y="104"/>
                  </a:lnTo>
                  <a:lnTo>
                    <a:pt x="8" y="106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7" name="Freeform 57"/>
            <p:cNvSpPr/>
            <p:nvPr/>
          </p:nvSpPr>
          <p:spPr bwMode="auto">
            <a:xfrm>
              <a:off x="5668963" y="4764088"/>
              <a:ext cx="66675" cy="168275"/>
            </a:xfrm>
            <a:custGeom>
              <a:avLst/>
              <a:gdLst>
                <a:gd name="T0" fmla="*/ 8 w 42"/>
                <a:gd name="T1" fmla="*/ 106 h 106"/>
                <a:gd name="T2" fmla="*/ 42 w 42"/>
                <a:gd name="T3" fmla="*/ 3 h 106"/>
                <a:gd name="T4" fmla="*/ 35 w 42"/>
                <a:gd name="T5" fmla="*/ 0 h 106"/>
                <a:gd name="T6" fmla="*/ 0 w 42"/>
                <a:gd name="T7" fmla="*/ 10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2" h="106">
                  <a:moveTo>
                    <a:pt x="8" y="106"/>
                  </a:moveTo>
                  <a:lnTo>
                    <a:pt x="42" y="3"/>
                  </a:lnTo>
                  <a:lnTo>
                    <a:pt x="35" y="0"/>
                  </a:lnTo>
                  <a:lnTo>
                    <a:pt x="0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8" name="Freeform 58"/>
            <p:cNvSpPr/>
            <p:nvPr/>
          </p:nvSpPr>
          <p:spPr bwMode="auto">
            <a:xfrm>
              <a:off x="5530851" y="4764088"/>
              <a:ext cx="82550" cy="168275"/>
            </a:xfrm>
            <a:custGeom>
              <a:avLst/>
              <a:gdLst>
                <a:gd name="T0" fmla="*/ 6 w 52"/>
                <a:gd name="T1" fmla="*/ 106 h 106"/>
                <a:gd name="T2" fmla="*/ 52 w 52"/>
                <a:gd name="T3" fmla="*/ 3 h 106"/>
                <a:gd name="T4" fmla="*/ 45 w 52"/>
                <a:gd name="T5" fmla="*/ 0 h 106"/>
                <a:gd name="T6" fmla="*/ 0 w 52"/>
                <a:gd name="T7" fmla="*/ 104 h 106"/>
                <a:gd name="T8" fmla="*/ 6 w 52"/>
                <a:gd name="T9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06">
                  <a:moveTo>
                    <a:pt x="6" y="106"/>
                  </a:moveTo>
                  <a:lnTo>
                    <a:pt x="52" y="3"/>
                  </a:lnTo>
                  <a:lnTo>
                    <a:pt x="45" y="0"/>
                  </a:lnTo>
                  <a:lnTo>
                    <a:pt x="0" y="104"/>
                  </a:lnTo>
                  <a:lnTo>
                    <a:pt x="6" y="106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9" name="Freeform 59"/>
            <p:cNvSpPr/>
            <p:nvPr/>
          </p:nvSpPr>
          <p:spPr bwMode="auto">
            <a:xfrm>
              <a:off x="5530851" y="4764088"/>
              <a:ext cx="82550" cy="168275"/>
            </a:xfrm>
            <a:custGeom>
              <a:avLst/>
              <a:gdLst>
                <a:gd name="T0" fmla="*/ 6 w 52"/>
                <a:gd name="T1" fmla="*/ 106 h 106"/>
                <a:gd name="T2" fmla="*/ 52 w 52"/>
                <a:gd name="T3" fmla="*/ 3 h 106"/>
                <a:gd name="T4" fmla="*/ 45 w 52"/>
                <a:gd name="T5" fmla="*/ 0 h 106"/>
                <a:gd name="T6" fmla="*/ 0 w 52"/>
                <a:gd name="T7" fmla="*/ 10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106">
                  <a:moveTo>
                    <a:pt x="6" y="106"/>
                  </a:moveTo>
                  <a:lnTo>
                    <a:pt x="52" y="3"/>
                  </a:lnTo>
                  <a:lnTo>
                    <a:pt x="45" y="0"/>
                  </a:lnTo>
                  <a:lnTo>
                    <a:pt x="0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0" name="Freeform 60"/>
            <p:cNvSpPr/>
            <p:nvPr/>
          </p:nvSpPr>
          <p:spPr bwMode="auto">
            <a:xfrm>
              <a:off x="5387976" y="4760913"/>
              <a:ext cx="103188" cy="171450"/>
            </a:xfrm>
            <a:custGeom>
              <a:avLst/>
              <a:gdLst>
                <a:gd name="T0" fmla="*/ 9 w 65"/>
                <a:gd name="T1" fmla="*/ 108 h 108"/>
                <a:gd name="T2" fmla="*/ 65 w 65"/>
                <a:gd name="T3" fmla="*/ 5 h 108"/>
                <a:gd name="T4" fmla="*/ 59 w 65"/>
                <a:gd name="T5" fmla="*/ 0 h 108"/>
                <a:gd name="T6" fmla="*/ 0 w 65"/>
                <a:gd name="T7" fmla="*/ 104 h 108"/>
                <a:gd name="T8" fmla="*/ 9 w 65"/>
                <a:gd name="T9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08">
                  <a:moveTo>
                    <a:pt x="9" y="108"/>
                  </a:moveTo>
                  <a:lnTo>
                    <a:pt x="65" y="5"/>
                  </a:lnTo>
                  <a:lnTo>
                    <a:pt x="59" y="0"/>
                  </a:lnTo>
                  <a:lnTo>
                    <a:pt x="0" y="104"/>
                  </a:lnTo>
                  <a:lnTo>
                    <a:pt x="9" y="108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1" name="Freeform 61"/>
            <p:cNvSpPr/>
            <p:nvPr/>
          </p:nvSpPr>
          <p:spPr bwMode="auto">
            <a:xfrm>
              <a:off x="5387976" y="4760913"/>
              <a:ext cx="103188" cy="171450"/>
            </a:xfrm>
            <a:custGeom>
              <a:avLst/>
              <a:gdLst>
                <a:gd name="T0" fmla="*/ 9 w 65"/>
                <a:gd name="T1" fmla="*/ 108 h 108"/>
                <a:gd name="T2" fmla="*/ 65 w 65"/>
                <a:gd name="T3" fmla="*/ 5 h 108"/>
                <a:gd name="T4" fmla="*/ 59 w 65"/>
                <a:gd name="T5" fmla="*/ 0 h 108"/>
                <a:gd name="T6" fmla="*/ 0 w 65"/>
                <a:gd name="T7" fmla="*/ 10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108">
                  <a:moveTo>
                    <a:pt x="9" y="108"/>
                  </a:moveTo>
                  <a:lnTo>
                    <a:pt x="65" y="5"/>
                  </a:lnTo>
                  <a:lnTo>
                    <a:pt x="59" y="0"/>
                  </a:lnTo>
                  <a:lnTo>
                    <a:pt x="0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2" name="Freeform 62"/>
            <p:cNvSpPr/>
            <p:nvPr/>
          </p:nvSpPr>
          <p:spPr bwMode="auto">
            <a:xfrm>
              <a:off x="5249863" y="4760913"/>
              <a:ext cx="119063" cy="174625"/>
            </a:xfrm>
            <a:custGeom>
              <a:avLst/>
              <a:gdLst>
                <a:gd name="T0" fmla="*/ 6 w 75"/>
                <a:gd name="T1" fmla="*/ 110 h 110"/>
                <a:gd name="T2" fmla="*/ 75 w 75"/>
                <a:gd name="T3" fmla="*/ 5 h 110"/>
                <a:gd name="T4" fmla="*/ 67 w 75"/>
                <a:gd name="T5" fmla="*/ 0 h 110"/>
                <a:gd name="T6" fmla="*/ 0 w 75"/>
                <a:gd name="T7" fmla="*/ 104 h 110"/>
                <a:gd name="T8" fmla="*/ 6 w 75"/>
                <a:gd name="T9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110">
                  <a:moveTo>
                    <a:pt x="6" y="110"/>
                  </a:moveTo>
                  <a:lnTo>
                    <a:pt x="75" y="5"/>
                  </a:lnTo>
                  <a:lnTo>
                    <a:pt x="67" y="0"/>
                  </a:lnTo>
                  <a:lnTo>
                    <a:pt x="0" y="104"/>
                  </a:lnTo>
                  <a:lnTo>
                    <a:pt x="6" y="110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3" name="Freeform 63"/>
            <p:cNvSpPr/>
            <p:nvPr/>
          </p:nvSpPr>
          <p:spPr bwMode="auto">
            <a:xfrm>
              <a:off x="5249863" y="4760913"/>
              <a:ext cx="119063" cy="174625"/>
            </a:xfrm>
            <a:custGeom>
              <a:avLst/>
              <a:gdLst>
                <a:gd name="T0" fmla="*/ 6 w 75"/>
                <a:gd name="T1" fmla="*/ 110 h 110"/>
                <a:gd name="T2" fmla="*/ 75 w 75"/>
                <a:gd name="T3" fmla="*/ 5 h 110"/>
                <a:gd name="T4" fmla="*/ 67 w 75"/>
                <a:gd name="T5" fmla="*/ 0 h 110"/>
                <a:gd name="T6" fmla="*/ 0 w 75"/>
                <a:gd name="T7" fmla="*/ 10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110">
                  <a:moveTo>
                    <a:pt x="6" y="110"/>
                  </a:moveTo>
                  <a:lnTo>
                    <a:pt x="75" y="5"/>
                  </a:lnTo>
                  <a:lnTo>
                    <a:pt x="67" y="0"/>
                  </a:lnTo>
                  <a:lnTo>
                    <a:pt x="0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4" name="Freeform 64"/>
            <p:cNvSpPr/>
            <p:nvPr/>
          </p:nvSpPr>
          <p:spPr bwMode="auto">
            <a:xfrm>
              <a:off x="5108576" y="4760913"/>
              <a:ext cx="138113" cy="174625"/>
            </a:xfrm>
            <a:custGeom>
              <a:avLst/>
              <a:gdLst>
                <a:gd name="T0" fmla="*/ 6 w 87"/>
                <a:gd name="T1" fmla="*/ 110 h 110"/>
                <a:gd name="T2" fmla="*/ 87 w 87"/>
                <a:gd name="T3" fmla="*/ 7 h 110"/>
                <a:gd name="T4" fmla="*/ 79 w 87"/>
                <a:gd name="T5" fmla="*/ 0 h 110"/>
                <a:gd name="T6" fmla="*/ 0 w 87"/>
                <a:gd name="T7" fmla="*/ 104 h 110"/>
                <a:gd name="T8" fmla="*/ 6 w 87"/>
                <a:gd name="T9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110">
                  <a:moveTo>
                    <a:pt x="6" y="110"/>
                  </a:moveTo>
                  <a:lnTo>
                    <a:pt x="87" y="7"/>
                  </a:lnTo>
                  <a:lnTo>
                    <a:pt x="79" y="0"/>
                  </a:lnTo>
                  <a:lnTo>
                    <a:pt x="0" y="104"/>
                  </a:lnTo>
                  <a:lnTo>
                    <a:pt x="6" y="110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5" name="Freeform 65"/>
            <p:cNvSpPr/>
            <p:nvPr/>
          </p:nvSpPr>
          <p:spPr bwMode="auto">
            <a:xfrm>
              <a:off x="5108576" y="4760913"/>
              <a:ext cx="138113" cy="174625"/>
            </a:xfrm>
            <a:custGeom>
              <a:avLst/>
              <a:gdLst>
                <a:gd name="T0" fmla="*/ 6 w 87"/>
                <a:gd name="T1" fmla="*/ 110 h 110"/>
                <a:gd name="T2" fmla="*/ 87 w 87"/>
                <a:gd name="T3" fmla="*/ 7 h 110"/>
                <a:gd name="T4" fmla="*/ 79 w 87"/>
                <a:gd name="T5" fmla="*/ 0 h 110"/>
                <a:gd name="T6" fmla="*/ 0 w 87"/>
                <a:gd name="T7" fmla="*/ 10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7" h="110">
                  <a:moveTo>
                    <a:pt x="6" y="110"/>
                  </a:moveTo>
                  <a:lnTo>
                    <a:pt x="87" y="7"/>
                  </a:lnTo>
                  <a:lnTo>
                    <a:pt x="79" y="0"/>
                  </a:lnTo>
                  <a:lnTo>
                    <a:pt x="0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6" name="Freeform 66"/>
            <p:cNvSpPr/>
            <p:nvPr/>
          </p:nvSpPr>
          <p:spPr bwMode="auto">
            <a:xfrm>
              <a:off x="4970463" y="4760913"/>
              <a:ext cx="150813" cy="174625"/>
            </a:xfrm>
            <a:custGeom>
              <a:avLst/>
              <a:gdLst>
                <a:gd name="T0" fmla="*/ 6 w 95"/>
                <a:gd name="T1" fmla="*/ 110 h 110"/>
                <a:gd name="T2" fmla="*/ 95 w 95"/>
                <a:gd name="T3" fmla="*/ 7 h 110"/>
                <a:gd name="T4" fmla="*/ 89 w 95"/>
                <a:gd name="T5" fmla="*/ 0 h 110"/>
                <a:gd name="T6" fmla="*/ 0 w 95"/>
                <a:gd name="T7" fmla="*/ 104 h 110"/>
                <a:gd name="T8" fmla="*/ 6 w 95"/>
                <a:gd name="T9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10">
                  <a:moveTo>
                    <a:pt x="6" y="110"/>
                  </a:moveTo>
                  <a:lnTo>
                    <a:pt x="95" y="7"/>
                  </a:lnTo>
                  <a:lnTo>
                    <a:pt x="89" y="0"/>
                  </a:lnTo>
                  <a:lnTo>
                    <a:pt x="0" y="104"/>
                  </a:lnTo>
                  <a:lnTo>
                    <a:pt x="6" y="110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7" name="Freeform 67"/>
            <p:cNvSpPr/>
            <p:nvPr/>
          </p:nvSpPr>
          <p:spPr bwMode="auto">
            <a:xfrm>
              <a:off x="4970463" y="4760913"/>
              <a:ext cx="150813" cy="174625"/>
            </a:xfrm>
            <a:custGeom>
              <a:avLst/>
              <a:gdLst>
                <a:gd name="T0" fmla="*/ 6 w 95"/>
                <a:gd name="T1" fmla="*/ 110 h 110"/>
                <a:gd name="T2" fmla="*/ 95 w 95"/>
                <a:gd name="T3" fmla="*/ 7 h 110"/>
                <a:gd name="T4" fmla="*/ 89 w 95"/>
                <a:gd name="T5" fmla="*/ 0 h 110"/>
                <a:gd name="T6" fmla="*/ 0 w 95"/>
                <a:gd name="T7" fmla="*/ 10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" h="110">
                  <a:moveTo>
                    <a:pt x="6" y="110"/>
                  </a:moveTo>
                  <a:lnTo>
                    <a:pt x="95" y="7"/>
                  </a:lnTo>
                  <a:lnTo>
                    <a:pt x="89" y="0"/>
                  </a:lnTo>
                  <a:lnTo>
                    <a:pt x="0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8" name="Freeform 68"/>
            <p:cNvSpPr/>
            <p:nvPr/>
          </p:nvSpPr>
          <p:spPr bwMode="auto">
            <a:xfrm>
              <a:off x="6213476" y="4764088"/>
              <a:ext cx="33338" cy="168275"/>
            </a:xfrm>
            <a:custGeom>
              <a:avLst/>
              <a:gdLst>
                <a:gd name="T0" fmla="*/ 0 w 21"/>
                <a:gd name="T1" fmla="*/ 3 h 106"/>
                <a:gd name="T2" fmla="*/ 12 w 21"/>
                <a:gd name="T3" fmla="*/ 106 h 106"/>
                <a:gd name="T4" fmla="*/ 21 w 21"/>
                <a:gd name="T5" fmla="*/ 104 h 106"/>
                <a:gd name="T6" fmla="*/ 8 w 21"/>
                <a:gd name="T7" fmla="*/ 0 h 106"/>
                <a:gd name="T8" fmla="*/ 0 w 21"/>
                <a:gd name="T9" fmla="*/ 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06">
                  <a:moveTo>
                    <a:pt x="0" y="3"/>
                  </a:moveTo>
                  <a:lnTo>
                    <a:pt x="12" y="106"/>
                  </a:lnTo>
                  <a:lnTo>
                    <a:pt x="21" y="104"/>
                  </a:lnTo>
                  <a:lnTo>
                    <a:pt x="8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9" name="Freeform 69"/>
            <p:cNvSpPr/>
            <p:nvPr/>
          </p:nvSpPr>
          <p:spPr bwMode="auto">
            <a:xfrm>
              <a:off x="6213476" y="4764088"/>
              <a:ext cx="33338" cy="168275"/>
            </a:xfrm>
            <a:custGeom>
              <a:avLst/>
              <a:gdLst>
                <a:gd name="T0" fmla="*/ 0 w 21"/>
                <a:gd name="T1" fmla="*/ 3 h 106"/>
                <a:gd name="T2" fmla="*/ 12 w 21"/>
                <a:gd name="T3" fmla="*/ 106 h 106"/>
                <a:gd name="T4" fmla="*/ 21 w 21"/>
                <a:gd name="T5" fmla="*/ 104 h 106"/>
                <a:gd name="T6" fmla="*/ 8 w 21"/>
                <a:gd name="T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06">
                  <a:moveTo>
                    <a:pt x="0" y="3"/>
                  </a:moveTo>
                  <a:lnTo>
                    <a:pt x="12" y="106"/>
                  </a:lnTo>
                  <a:lnTo>
                    <a:pt x="21" y="104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0" name="Freeform 70"/>
            <p:cNvSpPr/>
            <p:nvPr/>
          </p:nvSpPr>
          <p:spPr bwMode="auto">
            <a:xfrm>
              <a:off x="6335713" y="4764088"/>
              <a:ext cx="49213" cy="168275"/>
            </a:xfrm>
            <a:custGeom>
              <a:avLst/>
              <a:gdLst>
                <a:gd name="T0" fmla="*/ 0 w 31"/>
                <a:gd name="T1" fmla="*/ 3 h 106"/>
                <a:gd name="T2" fmla="*/ 22 w 31"/>
                <a:gd name="T3" fmla="*/ 106 h 106"/>
                <a:gd name="T4" fmla="*/ 31 w 31"/>
                <a:gd name="T5" fmla="*/ 104 h 106"/>
                <a:gd name="T6" fmla="*/ 8 w 31"/>
                <a:gd name="T7" fmla="*/ 0 h 106"/>
                <a:gd name="T8" fmla="*/ 0 w 31"/>
                <a:gd name="T9" fmla="*/ 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06">
                  <a:moveTo>
                    <a:pt x="0" y="3"/>
                  </a:moveTo>
                  <a:lnTo>
                    <a:pt x="22" y="106"/>
                  </a:lnTo>
                  <a:lnTo>
                    <a:pt x="31" y="104"/>
                  </a:lnTo>
                  <a:lnTo>
                    <a:pt x="8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1" name="Freeform 71"/>
            <p:cNvSpPr/>
            <p:nvPr/>
          </p:nvSpPr>
          <p:spPr bwMode="auto">
            <a:xfrm>
              <a:off x="6335713" y="4764088"/>
              <a:ext cx="49213" cy="168275"/>
            </a:xfrm>
            <a:custGeom>
              <a:avLst/>
              <a:gdLst>
                <a:gd name="T0" fmla="*/ 0 w 31"/>
                <a:gd name="T1" fmla="*/ 3 h 106"/>
                <a:gd name="T2" fmla="*/ 22 w 31"/>
                <a:gd name="T3" fmla="*/ 106 h 106"/>
                <a:gd name="T4" fmla="*/ 31 w 31"/>
                <a:gd name="T5" fmla="*/ 104 h 106"/>
                <a:gd name="T6" fmla="*/ 8 w 31"/>
                <a:gd name="T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106">
                  <a:moveTo>
                    <a:pt x="0" y="3"/>
                  </a:moveTo>
                  <a:lnTo>
                    <a:pt x="22" y="106"/>
                  </a:lnTo>
                  <a:lnTo>
                    <a:pt x="31" y="104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2" name="Freeform 72"/>
            <p:cNvSpPr/>
            <p:nvPr/>
          </p:nvSpPr>
          <p:spPr bwMode="auto">
            <a:xfrm>
              <a:off x="6461126" y="4764088"/>
              <a:ext cx="65088" cy="168275"/>
            </a:xfrm>
            <a:custGeom>
              <a:avLst/>
              <a:gdLst>
                <a:gd name="T0" fmla="*/ 0 w 41"/>
                <a:gd name="T1" fmla="*/ 3 h 106"/>
                <a:gd name="T2" fmla="*/ 33 w 41"/>
                <a:gd name="T3" fmla="*/ 106 h 106"/>
                <a:gd name="T4" fmla="*/ 41 w 41"/>
                <a:gd name="T5" fmla="*/ 104 h 106"/>
                <a:gd name="T6" fmla="*/ 6 w 41"/>
                <a:gd name="T7" fmla="*/ 0 h 106"/>
                <a:gd name="T8" fmla="*/ 0 w 41"/>
                <a:gd name="T9" fmla="*/ 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06">
                  <a:moveTo>
                    <a:pt x="0" y="3"/>
                  </a:moveTo>
                  <a:lnTo>
                    <a:pt x="33" y="106"/>
                  </a:lnTo>
                  <a:lnTo>
                    <a:pt x="41" y="104"/>
                  </a:lnTo>
                  <a:lnTo>
                    <a:pt x="6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3" name="Freeform 73"/>
            <p:cNvSpPr/>
            <p:nvPr/>
          </p:nvSpPr>
          <p:spPr bwMode="auto">
            <a:xfrm>
              <a:off x="6461126" y="4764088"/>
              <a:ext cx="65088" cy="168275"/>
            </a:xfrm>
            <a:custGeom>
              <a:avLst/>
              <a:gdLst>
                <a:gd name="T0" fmla="*/ 0 w 41"/>
                <a:gd name="T1" fmla="*/ 3 h 106"/>
                <a:gd name="T2" fmla="*/ 33 w 41"/>
                <a:gd name="T3" fmla="*/ 106 h 106"/>
                <a:gd name="T4" fmla="*/ 41 w 41"/>
                <a:gd name="T5" fmla="*/ 104 h 106"/>
                <a:gd name="T6" fmla="*/ 6 w 41"/>
                <a:gd name="T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106">
                  <a:moveTo>
                    <a:pt x="0" y="3"/>
                  </a:moveTo>
                  <a:lnTo>
                    <a:pt x="33" y="106"/>
                  </a:lnTo>
                  <a:lnTo>
                    <a:pt x="41" y="104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4" name="Freeform 74"/>
            <p:cNvSpPr/>
            <p:nvPr/>
          </p:nvSpPr>
          <p:spPr bwMode="auto">
            <a:xfrm>
              <a:off x="6581776" y="4764088"/>
              <a:ext cx="82550" cy="168275"/>
            </a:xfrm>
            <a:custGeom>
              <a:avLst/>
              <a:gdLst>
                <a:gd name="T0" fmla="*/ 0 w 52"/>
                <a:gd name="T1" fmla="*/ 3 h 106"/>
                <a:gd name="T2" fmla="*/ 46 w 52"/>
                <a:gd name="T3" fmla="*/ 106 h 106"/>
                <a:gd name="T4" fmla="*/ 52 w 52"/>
                <a:gd name="T5" fmla="*/ 104 h 106"/>
                <a:gd name="T6" fmla="*/ 7 w 52"/>
                <a:gd name="T7" fmla="*/ 0 h 106"/>
                <a:gd name="T8" fmla="*/ 0 w 52"/>
                <a:gd name="T9" fmla="*/ 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06">
                  <a:moveTo>
                    <a:pt x="0" y="3"/>
                  </a:moveTo>
                  <a:lnTo>
                    <a:pt x="46" y="106"/>
                  </a:lnTo>
                  <a:lnTo>
                    <a:pt x="52" y="104"/>
                  </a:lnTo>
                  <a:lnTo>
                    <a:pt x="7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5" name="Freeform 75"/>
            <p:cNvSpPr/>
            <p:nvPr/>
          </p:nvSpPr>
          <p:spPr bwMode="auto">
            <a:xfrm>
              <a:off x="6581776" y="4764088"/>
              <a:ext cx="82550" cy="168275"/>
            </a:xfrm>
            <a:custGeom>
              <a:avLst/>
              <a:gdLst>
                <a:gd name="T0" fmla="*/ 0 w 52"/>
                <a:gd name="T1" fmla="*/ 3 h 106"/>
                <a:gd name="T2" fmla="*/ 46 w 52"/>
                <a:gd name="T3" fmla="*/ 106 h 106"/>
                <a:gd name="T4" fmla="*/ 52 w 52"/>
                <a:gd name="T5" fmla="*/ 104 h 106"/>
                <a:gd name="T6" fmla="*/ 7 w 52"/>
                <a:gd name="T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106">
                  <a:moveTo>
                    <a:pt x="0" y="3"/>
                  </a:moveTo>
                  <a:lnTo>
                    <a:pt x="46" y="106"/>
                  </a:lnTo>
                  <a:lnTo>
                    <a:pt x="52" y="104"/>
                  </a:lnTo>
                  <a:lnTo>
                    <a:pt x="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6" name="Freeform 76"/>
            <p:cNvSpPr/>
            <p:nvPr/>
          </p:nvSpPr>
          <p:spPr bwMode="auto">
            <a:xfrm>
              <a:off x="6704013" y="4760913"/>
              <a:ext cx="103188" cy="171450"/>
            </a:xfrm>
            <a:custGeom>
              <a:avLst/>
              <a:gdLst>
                <a:gd name="T0" fmla="*/ 0 w 65"/>
                <a:gd name="T1" fmla="*/ 5 h 108"/>
                <a:gd name="T2" fmla="*/ 56 w 65"/>
                <a:gd name="T3" fmla="*/ 108 h 108"/>
                <a:gd name="T4" fmla="*/ 65 w 65"/>
                <a:gd name="T5" fmla="*/ 104 h 108"/>
                <a:gd name="T6" fmla="*/ 6 w 65"/>
                <a:gd name="T7" fmla="*/ 0 h 108"/>
                <a:gd name="T8" fmla="*/ 0 w 65"/>
                <a:gd name="T9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08">
                  <a:moveTo>
                    <a:pt x="0" y="5"/>
                  </a:moveTo>
                  <a:lnTo>
                    <a:pt x="56" y="108"/>
                  </a:lnTo>
                  <a:lnTo>
                    <a:pt x="65" y="104"/>
                  </a:lnTo>
                  <a:lnTo>
                    <a:pt x="6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7" name="Freeform 77"/>
            <p:cNvSpPr/>
            <p:nvPr/>
          </p:nvSpPr>
          <p:spPr bwMode="auto">
            <a:xfrm>
              <a:off x="6704013" y="4760913"/>
              <a:ext cx="103188" cy="171450"/>
            </a:xfrm>
            <a:custGeom>
              <a:avLst/>
              <a:gdLst>
                <a:gd name="T0" fmla="*/ 0 w 65"/>
                <a:gd name="T1" fmla="*/ 5 h 108"/>
                <a:gd name="T2" fmla="*/ 56 w 65"/>
                <a:gd name="T3" fmla="*/ 108 h 108"/>
                <a:gd name="T4" fmla="*/ 65 w 65"/>
                <a:gd name="T5" fmla="*/ 104 h 108"/>
                <a:gd name="T6" fmla="*/ 6 w 65"/>
                <a:gd name="T7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108">
                  <a:moveTo>
                    <a:pt x="0" y="5"/>
                  </a:moveTo>
                  <a:lnTo>
                    <a:pt x="56" y="108"/>
                  </a:lnTo>
                  <a:lnTo>
                    <a:pt x="65" y="104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8" name="Freeform 78"/>
            <p:cNvSpPr/>
            <p:nvPr/>
          </p:nvSpPr>
          <p:spPr bwMode="auto">
            <a:xfrm>
              <a:off x="6826251" y="4760913"/>
              <a:ext cx="119063" cy="174625"/>
            </a:xfrm>
            <a:custGeom>
              <a:avLst/>
              <a:gdLst>
                <a:gd name="T0" fmla="*/ 0 w 75"/>
                <a:gd name="T1" fmla="*/ 5 h 110"/>
                <a:gd name="T2" fmla="*/ 69 w 75"/>
                <a:gd name="T3" fmla="*/ 110 h 110"/>
                <a:gd name="T4" fmla="*/ 75 w 75"/>
                <a:gd name="T5" fmla="*/ 104 h 110"/>
                <a:gd name="T6" fmla="*/ 8 w 75"/>
                <a:gd name="T7" fmla="*/ 0 h 110"/>
                <a:gd name="T8" fmla="*/ 0 w 75"/>
                <a:gd name="T9" fmla="*/ 5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110">
                  <a:moveTo>
                    <a:pt x="0" y="5"/>
                  </a:moveTo>
                  <a:lnTo>
                    <a:pt x="69" y="110"/>
                  </a:lnTo>
                  <a:lnTo>
                    <a:pt x="75" y="104"/>
                  </a:lnTo>
                  <a:lnTo>
                    <a:pt x="8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9" name="Freeform 79"/>
            <p:cNvSpPr/>
            <p:nvPr/>
          </p:nvSpPr>
          <p:spPr bwMode="auto">
            <a:xfrm>
              <a:off x="6826251" y="4760913"/>
              <a:ext cx="119063" cy="174625"/>
            </a:xfrm>
            <a:custGeom>
              <a:avLst/>
              <a:gdLst>
                <a:gd name="T0" fmla="*/ 0 w 75"/>
                <a:gd name="T1" fmla="*/ 5 h 110"/>
                <a:gd name="T2" fmla="*/ 69 w 75"/>
                <a:gd name="T3" fmla="*/ 110 h 110"/>
                <a:gd name="T4" fmla="*/ 75 w 75"/>
                <a:gd name="T5" fmla="*/ 104 h 110"/>
                <a:gd name="T6" fmla="*/ 8 w 75"/>
                <a:gd name="T7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110">
                  <a:moveTo>
                    <a:pt x="0" y="5"/>
                  </a:moveTo>
                  <a:lnTo>
                    <a:pt x="69" y="110"/>
                  </a:lnTo>
                  <a:lnTo>
                    <a:pt x="75" y="104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0" name="Freeform 80"/>
            <p:cNvSpPr/>
            <p:nvPr/>
          </p:nvSpPr>
          <p:spPr bwMode="auto">
            <a:xfrm>
              <a:off x="6948488" y="4760913"/>
              <a:ext cx="138113" cy="174625"/>
            </a:xfrm>
            <a:custGeom>
              <a:avLst/>
              <a:gdLst>
                <a:gd name="T0" fmla="*/ 0 w 87"/>
                <a:gd name="T1" fmla="*/ 7 h 110"/>
                <a:gd name="T2" fmla="*/ 81 w 87"/>
                <a:gd name="T3" fmla="*/ 110 h 110"/>
                <a:gd name="T4" fmla="*/ 87 w 87"/>
                <a:gd name="T5" fmla="*/ 104 h 110"/>
                <a:gd name="T6" fmla="*/ 8 w 87"/>
                <a:gd name="T7" fmla="*/ 0 h 110"/>
                <a:gd name="T8" fmla="*/ 0 w 87"/>
                <a:gd name="T9" fmla="*/ 7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110">
                  <a:moveTo>
                    <a:pt x="0" y="7"/>
                  </a:moveTo>
                  <a:lnTo>
                    <a:pt x="81" y="110"/>
                  </a:lnTo>
                  <a:lnTo>
                    <a:pt x="87" y="104"/>
                  </a:lnTo>
                  <a:lnTo>
                    <a:pt x="8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1" name="Freeform 81"/>
            <p:cNvSpPr/>
            <p:nvPr/>
          </p:nvSpPr>
          <p:spPr bwMode="auto">
            <a:xfrm>
              <a:off x="6948488" y="4760913"/>
              <a:ext cx="138113" cy="174625"/>
            </a:xfrm>
            <a:custGeom>
              <a:avLst/>
              <a:gdLst>
                <a:gd name="T0" fmla="*/ 0 w 87"/>
                <a:gd name="T1" fmla="*/ 7 h 110"/>
                <a:gd name="T2" fmla="*/ 81 w 87"/>
                <a:gd name="T3" fmla="*/ 110 h 110"/>
                <a:gd name="T4" fmla="*/ 87 w 87"/>
                <a:gd name="T5" fmla="*/ 104 h 110"/>
                <a:gd name="T6" fmla="*/ 8 w 87"/>
                <a:gd name="T7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7" h="110">
                  <a:moveTo>
                    <a:pt x="0" y="7"/>
                  </a:moveTo>
                  <a:lnTo>
                    <a:pt x="81" y="110"/>
                  </a:lnTo>
                  <a:lnTo>
                    <a:pt x="87" y="104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2" name="Freeform 82"/>
            <p:cNvSpPr/>
            <p:nvPr/>
          </p:nvSpPr>
          <p:spPr bwMode="auto">
            <a:xfrm>
              <a:off x="7073901" y="4760913"/>
              <a:ext cx="150813" cy="174625"/>
            </a:xfrm>
            <a:custGeom>
              <a:avLst/>
              <a:gdLst>
                <a:gd name="T0" fmla="*/ 0 w 95"/>
                <a:gd name="T1" fmla="*/ 7 h 110"/>
                <a:gd name="T2" fmla="*/ 89 w 95"/>
                <a:gd name="T3" fmla="*/ 110 h 110"/>
                <a:gd name="T4" fmla="*/ 95 w 95"/>
                <a:gd name="T5" fmla="*/ 104 h 110"/>
                <a:gd name="T6" fmla="*/ 6 w 95"/>
                <a:gd name="T7" fmla="*/ 0 h 110"/>
                <a:gd name="T8" fmla="*/ 0 w 95"/>
                <a:gd name="T9" fmla="*/ 7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10">
                  <a:moveTo>
                    <a:pt x="0" y="7"/>
                  </a:moveTo>
                  <a:lnTo>
                    <a:pt x="89" y="110"/>
                  </a:lnTo>
                  <a:lnTo>
                    <a:pt x="95" y="104"/>
                  </a:lnTo>
                  <a:lnTo>
                    <a:pt x="6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3" name="Freeform 83"/>
            <p:cNvSpPr/>
            <p:nvPr/>
          </p:nvSpPr>
          <p:spPr bwMode="auto">
            <a:xfrm>
              <a:off x="7073901" y="4760913"/>
              <a:ext cx="150813" cy="174625"/>
            </a:xfrm>
            <a:custGeom>
              <a:avLst/>
              <a:gdLst>
                <a:gd name="T0" fmla="*/ 0 w 95"/>
                <a:gd name="T1" fmla="*/ 7 h 110"/>
                <a:gd name="T2" fmla="*/ 89 w 95"/>
                <a:gd name="T3" fmla="*/ 110 h 110"/>
                <a:gd name="T4" fmla="*/ 95 w 95"/>
                <a:gd name="T5" fmla="*/ 104 h 110"/>
                <a:gd name="T6" fmla="*/ 6 w 95"/>
                <a:gd name="T7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" h="110">
                  <a:moveTo>
                    <a:pt x="0" y="7"/>
                  </a:moveTo>
                  <a:lnTo>
                    <a:pt x="89" y="110"/>
                  </a:lnTo>
                  <a:lnTo>
                    <a:pt x="95" y="104"/>
                  </a:lnTo>
                  <a:lnTo>
                    <a:pt x="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4" name="Rectangle 84"/>
            <p:cNvSpPr>
              <a:spLocks noChangeArrowheads="1"/>
            </p:cNvSpPr>
            <p:nvPr/>
          </p:nvSpPr>
          <p:spPr bwMode="auto">
            <a:xfrm>
              <a:off x="4884738" y="4840288"/>
              <a:ext cx="2439988" cy="14288"/>
            </a:xfrm>
            <a:prstGeom prst="rect">
              <a:avLst/>
            </a:prstGeom>
            <a:solidFill>
              <a:srgbClr val="262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5" name="Freeform 85"/>
            <p:cNvSpPr/>
            <p:nvPr/>
          </p:nvSpPr>
          <p:spPr bwMode="auto">
            <a:xfrm>
              <a:off x="4884738" y="4840288"/>
              <a:ext cx="2439988" cy="14288"/>
            </a:xfrm>
            <a:custGeom>
              <a:avLst/>
              <a:gdLst>
                <a:gd name="T0" fmla="*/ 0 w 1537"/>
                <a:gd name="T1" fmla="*/ 9 h 9"/>
                <a:gd name="T2" fmla="*/ 1537 w 1537"/>
                <a:gd name="T3" fmla="*/ 9 h 9"/>
                <a:gd name="T4" fmla="*/ 1537 w 1537"/>
                <a:gd name="T5" fmla="*/ 0 h 9"/>
                <a:gd name="T6" fmla="*/ 0 w 1537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37" h="9">
                  <a:moveTo>
                    <a:pt x="0" y="9"/>
                  </a:moveTo>
                  <a:lnTo>
                    <a:pt x="1537" y="9"/>
                  </a:lnTo>
                  <a:lnTo>
                    <a:pt x="153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6" name="Rectangle 86"/>
            <p:cNvSpPr>
              <a:spLocks noChangeArrowheads="1"/>
            </p:cNvSpPr>
            <p:nvPr/>
          </p:nvSpPr>
          <p:spPr bwMode="auto">
            <a:xfrm>
              <a:off x="4738688" y="4946650"/>
              <a:ext cx="2717800" cy="25400"/>
            </a:xfrm>
            <a:prstGeom prst="rect">
              <a:avLst/>
            </a:pr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7" name="Freeform 87"/>
            <p:cNvSpPr/>
            <p:nvPr/>
          </p:nvSpPr>
          <p:spPr bwMode="auto">
            <a:xfrm>
              <a:off x="8118476" y="4425950"/>
              <a:ext cx="449263" cy="239713"/>
            </a:xfrm>
            <a:custGeom>
              <a:avLst/>
              <a:gdLst>
                <a:gd name="T0" fmla="*/ 102 w 136"/>
                <a:gd name="T1" fmla="*/ 0 h 73"/>
                <a:gd name="T2" fmla="*/ 34 w 136"/>
                <a:gd name="T3" fmla="*/ 0 h 73"/>
                <a:gd name="T4" fmla="*/ 0 w 136"/>
                <a:gd name="T5" fmla="*/ 34 h 73"/>
                <a:gd name="T6" fmla="*/ 0 w 136"/>
                <a:gd name="T7" fmla="*/ 57 h 73"/>
                <a:gd name="T8" fmla="*/ 16 w 136"/>
                <a:gd name="T9" fmla="*/ 73 h 73"/>
                <a:gd name="T10" fmla="*/ 120 w 136"/>
                <a:gd name="T11" fmla="*/ 73 h 73"/>
                <a:gd name="T12" fmla="*/ 136 w 136"/>
                <a:gd name="T13" fmla="*/ 57 h 73"/>
                <a:gd name="T14" fmla="*/ 136 w 136"/>
                <a:gd name="T15" fmla="*/ 34 h 73"/>
                <a:gd name="T16" fmla="*/ 102 w 136"/>
                <a:gd name="T1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6" h="73">
                  <a:moveTo>
                    <a:pt x="102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16"/>
                    <a:pt x="0" y="34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6"/>
                    <a:pt x="7" y="73"/>
                    <a:pt x="16" y="73"/>
                  </a:cubicBezTo>
                  <a:cubicBezTo>
                    <a:pt x="120" y="73"/>
                    <a:pt x="120" y="73"/>
                    <a:pt x="120" y="73"/>
                  </a:cubicBezTo>
                  <a:cubicBezTo>
                    <a:pt x="129" y="73"/>
                    <a:pt x="136" y="66"/>
                    <a:pt x="136" y="57"/>
                  </a:cubicBezTo>
                  <a:cubicBezTo>
                    <a:pt x="136" y="34"/>
                    <a:pt x="136" y="34"/>
                    <a:pt x="136" y="34"/>
                  </a:cubicBezTo>
                  <a:cubicBezTo>
                    <a:pt x="136" y="16"/>
                    <a:pt x="121" y="0"/>
                    <a:pt x="102" y="0"/>
                  </a:cubicBez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8" name="Freeform 88"/>
            <p:cNvSpPr/>
            <p:nvPr/>
          </p:nvSpPr>
          <p:spPr bwMode="auto">
            <a:xfrm>
              <a:off x="8286751" y="4379913"/>
              <a:ext cx="106363" cy="46038"/>
            </a:xfrm>
            <a:custGeom>
              <a:avLst/>
              <a:gdLst>
                <a:gd name="T0" fmla="*/ 23 w 32"/>
                <a:gd name="T1" fmla="*/ 0 h 14"/>
                <a:gd name="T2" fmla="*/ 9 w 32"/>
                <a:gd name="T3" fmla="*/ 0 h 14"/>
                <a:gd name="T4" fmla="*/ 0 w 32"/>
                <a:gd name="T5" fmla="*/ 9 h 14"/>
                <a:gd name="T6" fmla="*/ 0 w 32"/>
                <a:gd name="T7" fmla="*/ 14 h 14"/>
                <a:gd name="T8" fmla="*/ 32 w 32"/>
                <a:gd name="T9" fmla="*/ 14 h 14"/>
                <a:gd name="T10" fmla="*/ 32 w 32"/>
                <a:gd name="T11" fmla="*/ 9 h 14"/>
                <a:gd name="T12" fmla="*/ 23 w 32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14">
                  <a:moveTo>
                    <a:pt x="23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4"/>
                    <a:pt x="28" y="0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9" name="Freeform 89"/>
            <p:cNvSpPr/>
            <p:nvPr/>
          </p:nvSpPr>
          <p:spPr bwMode="auto">
            <a:xfrm>
              <a:off x="5543551" y="4187825"/>
              <a:ext cx="1108075" cy="269875"/>
            </a:xfrm>
            <a:custGeom>
              <a:avLst/>
              <a:gdLst>
                <a:gd name="T0" fmla="*/ 309 w 336"/>
                <a:gd name="T1" fmla="*/ 0 h 82"/>
                <a:gd name="T2" fmla="*/ 27 w 336"/>
                <a:gd name="T3" fmla="*/ 0 h 82"/>
                <a:gd name="T4" fmla="*/ 0 w 336"/>
                <a:gd name="T5" fmla="*/ 27 h 82"/>
                <a:gd name="T6" fmla="*/ 0 w 336"/>
                <a:gd name="T7" fmla="*/ 55 h 82"/>
                <a:gd name="T8" fmla="*/ 27 w 336"/>
                <a:gd name="T9" fmla="*/ 82 h 82"/>
                <a:gd name="T10" fmla="*/ 309 w 336"/>
                <a:gd name="T11" fmla="*/ 82 h 82"/>
                <a:gd name="T12" fmla="*/ 336 w 336"/>
                <a:gd name="T13" fmla="*/ 55 h 82"/>
                <a:gd name="T14" fmla="*/ 336 w 336"/>
                <a:gd name="T15" fmla="*/ 27 h 82"/>
                <a:gd name="T16" fmla="*/ 309 w 336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6" h="82">
                  <a:moveTo>
                    <a:pt x="309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70"/>
                    <a:pt x="12" y="82"/>
                    <a:pt x="27" y="82"/>
                  </a:cubicBezTo>
                  <a:cubicBezTo>
                    <a:pt x="309" y="82"/>
                    <a:pt x="309" y="82"/>
                    <a:pt x="309" y="82"/>
                  </a:cubicBezTo>
                  <a:cubicBezTo>
                    <a:pt x="324" y="82"/>
                    <a:pt x="336" y="70"/>
                    <a:pt x="336" y="55"/>
                  </a:cubicBezTo>
                  <a:cubicBezTo>
                    <a:pt x="336" y="27"/>
                    <a:pt x="336" y="27"/>
                    <a:pt x="336" y="27"/>
                  </a:cubicBezTo>
                  <a:cubicBezTo>
                    <a:pt x="336" y="12"/>
                    <a:pt x="324" y="0"/>
                    <a:pt x="309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0" name="Oval 90"/>
            <p:cNvSpPr>
              <a:spLocks noChangeArrowheads="1"/>
            </p:cNvSpPr>
            <p:nvPr/>
          </p:nvSpPr>
          <p:spPr bwMode="auto">
            <a:xfrm>
              <a:off x="5592763" y="4221163"/>
              <a:ext cx="207963" cy="207963"/>
            </a:xfrm>
            <a:prstGeom prst="ellipse">
              <a:avLst/>
            </a:pr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1" name="Oval 91"/>
            <p:cNvSpPr>
              <a:spLocks noChangeArrowheads="1"/>
            </p:cNvSpPr>
            <p:nvPr/>
          </p:nvSpPr>
          <p:spPr bwMode="auto">
            <a:xfrm>
              <a:off x="6394451" y="4221163"/>
              <a:ext cx="207963" cy="207963"/>
            </a:xfrm>
            <a:prstGeom prst="ellipse">
              <a:avLst/>
            </a:pr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2" name="Freeform 92"/>
            <p:cNvSpPr/>
            <p:nvPr/>
          </p:nvSpPr>
          <p:spPr bwMode="auto">
            <a:xfrm>
              <a:off x="5935663" y="4187825"/>
              <a:ext cx="323850" cy="174625"/>
            </a:xfrm>
            <a:custGeom>
              <a:avLst/>
              <a:gdLst>
                <a:gd name="T0" fmla="*/ 83 w 98"/>
                <a:gd name="T1" fmla="*/ 53 h 53"/>
                <a:gd name="T2" fmla="*/ 15 w 98"/>
                <a:gd name="T3" fmla="*/ 53 h 53"/>
                <a:gd name="T4" fmla="*/ 0 w 98"/>
                <a:gd name="T5" fmla="*/ 38 h 53"/>
                <a:gd name="T6" fmla="*/ 0 w 98"/>
                <a:gd name="T7" fmla="*/ 0 h 53"/>
                <a:gd name="T8" fmla="*/ 98 w 98"/>
                <a:gd name="T9" fmla="*/ 0 h 53"/>
                <a:gd name="T10" fmla="*/ 98 w 98"/>
                <a:gd name="T11" fmla="*/ 38 h 53"/>
                <a:gd name="T12" fmla="*/ 83 w 98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" h="53">
                  <a:moveTo>
                    <a:pt x="83" y="53"/>
                  </a:move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46"/>
                    <a:pt x="0" y="3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98" y="46"/>
                    <a:pt x="91" y="53"/>
                    <a:pt x="83" y="53"/>
                  </a:cubicBez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3" name="Rectangle 93"/>
            <p:cNvSpPr>
              <a:spLocks noChangeArrowheads="1"/>
            </p:cNvSpPr>
            <p:nvPr/>
          </p:nvSpPr>
          <p:spPr bwMode="auto">
            <a:xfrm>
              <a:off x="6081713" y="4187825"/>
              <a:ext cx="31750" cy="134938"/>
            </a:xfrm>
            <a:prstGeom prst="rect">
              <a:avLst/>
            </a:prstGeom>
            <a:solidFill>
              <a:srgbClr val="D2FF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4" name="Freeform 94"/>
            <p:cNvSpPr/>
            <p:nvPr/>
          </p:nvSpPr>
          <p:spPr bwMode="auto">
            <a:xfrm>
              <a:off x="9661526" y="3868738"/>
              <a:ext cx="339725" cy="407988"/>
            </a:xfrm>
            <a:custGeom>
              <a:avLst/>
              <a:gdLst>
                <a:gd name="T0" fmla="*/ 0 w 103"/>
                <a:gd name="T1" fmla="*/ 0 h 124"/>
                <a:gd name="T2" fmla="*/ 12 w 103"/>
                <a:gd name="T3" fmla="*/ 61 h 124"/>
                <a:gd name="T4" fmla="*/ 59 w 103"/>
                <a:gd name="T5" fmla="*/ 120 h 124"/>
                <a:gd name="T6" fmla="*/ 67 w 103"/>
                <a:gd name="T7" fmla="*/ 124 h 124"/>
                <a:gd name="T8" fmla="*/ 85 w 103"/>
                <a:gd name="T9" fmla="*/ 111 h 124"/>
                <a:gd name="T10" fmla="*/ 103 w 103"/>
                <a:gd name="T11" fmla="*/ 97 h 124"/>
                <a:gd name="T12" fmla="*/ 101 w 103"/>
                <a:gd name="T13" fmla="*/ 88 h 124"/>
                <a:gd name="T14" fmla="*/ 55 w 103"/>
                <a:gd name="T15" fmla="*/ 27 h 124"/>
                <a:gd name="T16" fmla="*/ 0 w 103"/>
                <a:gd name="T17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124">
                  <a:moveTo>
                    <a:pt x="0" y="0"/>
                  </a:moveTo>
                  <a:cubicBezTo>
                    <a:pt x="12" y="61"/>
                    <a:pt x="12" y="61"/>
                    <a:pt x="12" y="61"/>
                  </a:cubicBezTo>
                  <a:cubicBezTo>
                    <a:pt x="17" y="87"/>
                    <a:pt x="35" y="109"/>
                    <a:pt x="59" y="120"/>
                  </a:cubicBezTo>
                  <a:cubicBezTo>
                    <a:pt x="67" y="124"/>
                    <a:pt x="67" y="124"/>
                    <a:pt x="67" y="124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103" y="97"/>
                    <a:pt x="103" y="97"/>
                    <a:pt x="103" y="97"/>
                  </a:cubicBezTo>
                  <a:cubicBezTo>
                    <a:pt x="101" y="88"/>
                    <a:pt x="101" y="88"/>
                    <a:pt x="101" y="88"/>
                  </a:cubicBezTo>
                  <a:cubicBezTo>
                    <a:pt x="96" y="62"/>
                    <a:pt x="79" y="39"/>
                    <a:pt x="55" y="2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3CC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5" name="Freeform 95"/>
            <p:cNvSpPr/>
            <p:nvPr/>
          </p:nvSpPr>
          <p:spPr bwMode="auto">
            <a:xfrm>
              <a:off x="9890126" y="3868738"/>
              <a:ext cx="339725" cy="407988"/>
            </a:xfrm>
            <a:custGeom>
              <a:avLst/>
              <a:gdLst>
                <a:gd name="T0" fmla="*/ 103 w 103"/>
                <a:gd name="T1" fmla="*/ 0 h 124"/>
                <a:gd name="T2" fmla="*/ 91 w 103"/>
                <a:gd name="T3" fmla="*/ 61 h 124"/>
                <a:gd name="T4" fmla="*/ 44 w 103"/>
                <a:gd name="T5" fmla="*/ 120 h 124"/>
                <a:gd name="T6" fmla="*/ 35 w 103"/>
                <a:gd name="T7" fmla="*/ 124 h 124"/>
                <a:gd name="T8" fmla="*/ 18 w 103"/>
                <a:gd name="T9" fmla="*/ 111 h 124"/>
                <a:gd name="T10" fmla="*/ 0 w 103"/>
                <a:gd name="T11" fmla="*/ 97 h 124"/>
                <a:gd name="T12" fmla="*/ 2 w 103"/>
                <a:gd name="T13" fmla="*/ 88 h 124"/>
                <a:gd name="T14" fmla="*/ 47 w 103"/>
                <a:gd name="T15" fmla="*/ 27 h 124"/>
                <a:gd name="T16" fmla="*/ 103 w 103"/>
                <a:gd name="T17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124">
                  <a:moveTo>
                    <a:pt x="103" y="0"/>
                  </a:moveTo>
                  <a:cubicBezTo>
                    <a:pt x="91" y="61"/>
                    <a:pt x="91" y="61"/>
                    <a:pt x="91" y="61"/>
                  </a:cubicBezTo>
                  <a:cubicBezTo>
                    <a:pt x="85" y="87"/>
                    <a:pt x="68" y="109"/>
                    <a:pt x="44" y="120"/>
                  </a:cubicBezTo>
                  <a:cubicBezTo>
                    <a:pt x="35" y="124"/>
                    <a:pt x="35" y="124"/>
                    <a:pt x="35" y="124"/>
                  </a:cubicBezTo>
                  <a:cubicBezTo>
                    <a:pt x="18" y="111"/>
                    <a:pt x="18" y="111"/>
                    <a:pt x="18" y="111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7" y="62"/>
                    <a:pt x="23" y="39"/>
                    <a:pt x="47" y="27"/>
                  </a:cubicBezTo>
                  <a:lnTo>
                    <a:pt x="103" y="0"/>
                  </a:lnTo>
                  <a:close/>
                </a:path>
              </a:pathLst>
            </a:custGeom>
            <a:solidFill>
              <a:srgbClr val="B3CC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6" name="Freeform 96"/>
            <p:cNvSpPr/>
            <p:nvPr/>
          </p:nvSpPr>
          <p:spPr bwMode="auto">
            <a:xfrm>
              <a:off x="9798051" y="3706813"/>
              <a:ext cx="292100" cy="527050"/>
            </a:xfrm>
            <a:custGeom>
              <a:avLst/>
              <a:gdLst>
                <a:gd name="T0" fmla="*/ 45 w 89"/>
                <a:gd name="T1" fmla="*/ 0 h 160"/>
                <a:gd name="T2" fmla="*/ 14 w 89"/>
                <a:gd name="T3" fmla="*/ 64 h 160"/>
                <a:gd name="T4" fmla="*/ 14 w 89"/>
                <a:gd name="T5" fmla="*/ 150 h 160"/>
                <a:gd name="T6" fmla="*/ 20 w 89"/>
                <a:gd name="T7" fmla="*/ 160 h 160"/>
                <a:gd name="T8" fmla="*/ 45 w 89"/>
                <a:gd name="T9" fmla="*/ 160 h 160"/>
                <a:gd name="T10" fmla="*/ 70 w 89"/>
                <a:gd name="T11" fmla="*/ 160 h 160"/>
                <a:gd name="T12" fmla="*/ 75 w 89"/>
                <a:gd name="T13" fmla="*/ 150 h 160"/>
                <a:gd name="T14" fmla="*/ 76 w 89"/>
                <a:gd name="T15" fmla="*/ 64 h 160"/>
                <a:gd name="T16" fmla="*/ 45 w 89"/>
                <a:gd name="T17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9" h="160">
                  <a:moveTo>
                    <a:pt x="45" y="0"/>
                  </a:moveTo>
                  <a:cubicBezTo>
                    <a:pt x="14" y="64"/>
                    <a:pt x="14" y="64"/>
                    <a:pt x="14" y="64"/>
                  </a:cubicBezTo>
                  <a:cubicBezTo>
                    <a:pt x="0" y="91"/>
                    <a:pt x="0" y="123"/>
                    <a:pt x="14" y="150"/>
                  </a:cubicBezTo>
                  <a:cubicBezTo>
                    <a:pt x="20" y="160"/>
                    <a:pt x="20" y="160"/>
                    <a:pt x="20" y="160"/>
                  </a:cubicBezTo>
                  <a:cubicBezTo>
                    <a:pt x="45" y="160"/>
                    <a:pt x="45" y="160"/>
                    <a:pt x="45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75" y="150"/>
                    <a:pt x="75" y="150"/>
                    <a:pt x="75" y="150"/>
                  </a:cubicBezTo>
                  <a:cubicBezTo>
                    <a:pt x="89" y="123"/>
                    <a:pt x="89" y="91"/>
                    <a:pt x="76" y="64"/>
                  </a:cubicBezTo>
                  <a:lnTo>
                    <a:pt x="45" y="0"/>
                  </a:lnTo>
                  <a:close/>
                </a:path>
              </a:pathLst>
            </a:custGeom>
            <a:solidFill>
              <a:srgbClr val="D2FF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7" name="Freeform 97"/>
            <p:cNvSpPr/>
            <p:nvPr/>
          </p:nvSpPr>
          <p:spPr bwMode="auto">
            <a:xfrm>
              <a:off x="9704388" y="4168775"/>
              <a:ext cx="482600" cy="582613"/>
            </a:xfrm>
            <a:custGeom>
              <a:avLst/>
              <a:gdLst>
                <a:gd name="T0" fmla="*/ 146 w 146"/>
                <a:gd name="T1" fmla="*/ 0 h 177"/>
                <a:gd name="T2" fmla="*/ 0 w 146"/>
                <a:gd name="T3" fmla="*/ 0 h 177"/>
                <a:gd name="T4" fmla="*/ 0 w 146"/>
                <a:gd name="T5" fmla="*/ 162 h 177"/>
                <a:gd name="T6" fmla="*/ 15 w 146"/>
                <a:gd name="T7" fmla="*/ 177 h 177"/>
                <a:gd name="T8" fmla="*/ 131 w 146"/>
                <a:gd name="T9" fmla="*/ 177 h 177"/>
                <a:gd name="T10" fmla="*/ 146 w 146"/>
                <a:gd name="T11" fmla="*/ 162 h 177"/>
                <a:gd name="T12" fmla="*/ 146 w 146"/>
                <a:gd name="T13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" h="177">
                  <a:moveTo>
                    <a:pt x="14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170"/>
                    <a:pt x="7" y="177"/>
                    <a:pt x="15" y="177"/>
                  </a:cubicBezTo>
                  <a:cubicBezTo>
                    <a:pt x="131" y="177"/>
                    <a:pt x="131" y="177"/>
                    <a:pt x="131" y="177"/>
                  </a:cubicBezTo>
                  <a:cubicBezTo>
                    <a:pt x="139" y="177"/>
                    <a:pt x="146" y="170"/>
                    <a:pt x="146" y="162"/>
                  </a:cubicBezTo>
                  <a:lnTo>
                    <a:pt x="146" y="0"/>
                  </a:lnTo>
                  <a:close/>
                </a:path>
              </a:pathLst>
            </a:custGeom>
            <a:solidFill>
              <a:srgbClr val="7C63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8" name="Freeform 98"/>
            <p:cNvSpPr/>
            <p:nvPr/>
          </p:nvSpPr>
          <p:spPr bwMode="auto">
            <a:xfrm>
              <a:off x="2051051" y="3868738"/>
              <a:ext cx="339725" cy="407988"/>
            </a:xfrm>
            <a:custGeom>
              <a:avLst/>
              <a:gdLst>
                <a:gd name="T0" fmla="*/ 0 w 103"/>
                <a:gd name="T1" fmla="*/ 0 h 124"/>
                <a:gd name="T2" fmla="*/ 12 w 103"/>
                <a:gd name="T3" fmla="*/ 61 h 124"/>
                <a:gd name="T4" fmla="*/ 59 w 103"/>
                <a:gd name="T5" fmla="*/ 120 h 124"/>
                <a:gd name="T6" fmla="*/ 68 w 103"/>
                <a:gd name="T7" fmla="*/ 124 h 124"/>
                <a:gd name="T8" fmla="*/ 85 w 103"/>
                <a:gd name="T9" fmla="*/ 111 h 124"/>
                <a:gd name="T10" fmla="*/ 103 w 103"/>
                <a:gd name="T11" fmla="*/ 97 h 124"/>
                <a:gd name="T12" fmla="*/ 101 w 103"/>
                <a:gd name="T13" fmla="*/ 88 h 124"/>
                <a:gd name="T14" fmla="*/ 55 w 103"/>
                <a:gd name="T15" fmla="*/ 27 h 124"/>
                <a:gd name="T16" fmla="*/ 0 w 103"/>
                <a:gd name="T17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124">
                  <a:moveTo>
                    <a:pt x="0" y="0"/>
                  </a:moveTo>
                  <a:cubicBezTo>
                    <a:pt x="12" y="61"/>
                    <a:pt x="12" y="61"/>
                    <a:pt x="12" y="61"/>
                  </a:cubicBezTo>
                  <a:cubicBezTo>
                    <a:pt x="17" y="87"/>
                    <a:pt x="35" y="109"/>
                    <a:pt x="59" y="120"/>
                  </a:cubicBezTo>
                  <a:cubicBezTo>
                    <a:pt x="68" y="124"/>
                    <a:pt x="68" y="124"/>
                    <a:pt x="68" y="124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103" y="97"/>
                    <a:pt x="103" y="97"/>
                    <a:pt x="103" y="97"/>
                  </a:cubicBezTo>
                  <a:cubicBezTo>
                    <a:pt x="101" y="88"/>
                    <a:pt x="101" y="88"/>
                    <a:pt x="101" y="88"/>
                  </a:cubicBezTo>
                  <a:cubicBezTo>
                    <a:pt x="96" y="62"/>
                    <a:pt x="79" y="39"/>
                    <a:pt x="55" y="2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3CC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9" name="Freeform 99"/>
            <p:cNvSpPr/>
            <p:nvPr/>
          </p:nvSpPr>
          <p:spPr bwMode="auto">
            <a:xfrm>
              <a:off x="2279651" y="3868738"/>
              <a:ext cx="339725" cy="407988"/>
            </a:xfrm>
            <a:custGeom>
              <a:avLst/>
              <a:gdLst>
                <a:gd name="T0" fmla="*/ 103 w 103"/>
                <a:gd name="T1" fmla="*/ 0 h 124"/>
                <a:gd name="T2" fmla="*/ 91 w 103"/>
                <a:gd name="T3" fmla="*/ 61 h 124"/>
                <a:gd name="T4" fmla="*/ 44 w 103"/>
                <a:gd name="T5" fmla="*/ 120 h 124"/>
                <a:gd name="T6" fmla="*/ 35 w 103"/>
                <a:gd name="T7" fmla="*/ 124 h 124"/>
                <a:gd name="T8" fmla="*/ 18 w 103"/>
                <a:gd name="T9" fmla="*/ 111 h 124"/>
                <a:gd name="T10" fmla="*/ 0 w 103"/>
                <a:gd name="T11" fmla="*/ 97 h 124"/>
                <a:gd name="T12" fmla="*/ 2 w 103"/>
                <a:gd name="T13" fmla="*/ 88 h 124"/>
                <a:gd name="T14" fmla="*/ 48 w 103"/>
                <a:gd name="T15" fmla="*/ 27 h 124"/>
                <a:gd name="T16" fmla="*/ 103 w 103"/>
                <a:gd name="T17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124">
                  <a:moveTo>
                    <a:pt x="103" y="0"/>
                  </a:moveTo>
                  <a:cubicBezTo>
                    <a:pt x="91" y="61"/>
                    <a:pt x="91" y="61"/>
                    <a:pt x="91" y="61"/>
                  </a:cubicBezTo>
                  <a:cubicBezTo>
                    <a:pt x="86" y="87"/>
                    <a:pt x="68" y="109"/>
                    <a:pt x="44" y="120"/>
                  </a:cubicBezTo>
                  <a:cubicBezTo>
                    <a:pt x="35" y="124"/>
                    <a:pt x="35" y="124"/>
                    <a:pt x="35" y="124"/>
                  </a:cubicBezTo>
                  <a:cubicBezTo>
                    <a:pt x="18" y="111"/>
                    <a:pt x="18" y="111"/>
                    <a:pt x="18" y="111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7" y="62"/>
                    <a:pt x="24" y="39"/>
                    <a:pt x="48" y="27"/>
                  </a:cubicBezTo>
                  <a:lnTo>
                    <a:pt x="103" y="0"/>
                  </a:lnTo>
                  <a:close/>
                </a:path>
              </a:pathLst>
            </a:custGeom>
            <a:solidFill>
              <a:srgbClr val="B3CC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0" name="Freeform 100"/>
            <p:cNvSpPr/>
            <p:nvPr/>
          </p:nvSpPr>
          <p:spPr bwMode="auto">
            <a:xfrm>
              <a:off x="2187576" y="3706813"/>
              <a:ext cx="296863" cy="527050"/>
            </a:xfrm>
            <a:custGeom>
              <a:avLst/>
              <a:gdLst>
                <a:gd name="T0" fmla="*/ 45 w 90"/>
                <a:gd name="T1" fmla="*/ 0 h 160"/>
                <a:gd name="T2" fmla="*/ 14 w 90"/>
                <a:gd name="T3" fmla="*/ 64 h 160"/>
                <a:gd name="T4" fmla="*/ 15 w 90"/>
                <a:gd name="T5" fmla="*/ 150 h 160"/>
                <a:gd name="T6" fmla="*/ 20 w 90"/>
                <a:gd name="T7" fmla="*/ 160 h 160"/>
                <a:gd name="T8" fmla="*/ 45 w 90"/>
                <a:gd name="T9" fmla="*/ 160 h 160"/>
                <a:gd name="T10" fmla="*/ 70 w 90"/>
                <a:gd name="T11" fmla="*/ 160 h 160"/>
                <a:gd name="T12" fmla="*/ 75 w 90"/>
                <a:gd name="T13" fmla="*/ 150 h 160"/>
                <a:gd name="T14" fmla="*/ 76 w 90"/>
                <a:gd name="T15" fmla="*/ 64 h 160"/>
                <a:gd name="T16" fmla="*/ 45 w 90"/>
                <a:gd name="T17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" h="160">
                  <a:moveTo>
                    <a:pt x="45" y="0"/>
                  </a:moveTo>
                  <a:cubicBezTo>
                    <a:pt x="14" y="64"/>
                    <a:pt x="14" y="64"/>
                    <a:pt x="14" y="64"/>
                  </a:cubicBezTo>
                  <a:cubicBezTo>
                    <a:pt x="0" y="91"/>
                    <a:pt x="1" y="123"/>
                    <a:pt x="15" y="150"/>
                  </a:cubicBezTo>
                  <a:cubicBezTo>
                    <a:pt x="20" y="160"/>
                    <a:pt x="20" y="160"/>
                    <a:pt x="20" y="160"/>
                  </a:cubicBezTo>
                  <a:cubicBezTo>
                    <a:pt x="45" y="160"/>
                    <a:pt x="45" y="160"/>
                    <a:pt x="45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75" y="150"/>
                    <a:pt x="75" y="150"/>
                    <a:pt x="75" y="150"/>
                  </a:cubicBezTo>
                  <a:cubicBezTo>
                    <a:pt x="89" y="123"/>
                    <a:pt x="90" y="91"/>
                    <a:pt x="76" y="64"/>
                  </a:cubicBezTo>
                  <a:lnTo>
                    <a:pt x="45" y="0"/>
                  </a:lnTo>
                  <a:close/>
                </a:path>
              </a:pathLst>
            </a:custGeom>
            <a:solidFill>
              <a:srgbClr val="D2FF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1" name="Freeform 101"/>
            <p:cNvSpPr/>
            <p:nvPr/>
          </p:nvSpPr>
          <p:spPr bwMode="auto">
            <a:xfrm>
              <a:off x="2093913" y="4168775"/>
              <a:ext cx="482600" cy="582613"/>
            </a:xfrm>
            <a:custGeom>
              <a:avLst/>
              <a:gdLst>
                <a:gd name="T0" fmla="*/ 146 w 146"/>
                <a:gd name="T1" fmla="*/ 0 h 177"/>
                <a:gd name="T2" fmla="*/ 0 w 146"/>
                <a:gd name="T3" fmla="*/ 0 h 177"/>
                <a:gd name="T4" fmla="*/ 0 w 146"/>
                <a:gd name="T5" fmla="*/ 162 h 177"/>
                <a:gd name="T6" fmla="*/ 15 w 146"/>
                <a:gd name="T7" fmla="*/ 177 h 177"/>
                <a:gd name="T8" fmla="*/ 131 w 146"/>
                <a:gd name="T9" fmla="*/ 177 h 177"/>
                <a:gd name="T10" fmla="*/ 146 w 146"/>
                <a:gd name="T11" fmla="*/ 162 h 177"/>
                <a:gd name="T12" fmla="*/ 146 w 146"/>
                <a:gd name="T13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" h="177">
                  <a:moveTo>
                    <a:pt x="14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170"/>
                    <a:pt x="7" y="177"/>
                    <a:pt x="15" y="177"/>
                  </a:cubicBezTo>
                  <a:cubicBezTo>
                    <a:pt x="131" y="177"/>
                    <a:pt x="131" y="177"/>
                    <a:pt x="131" y="177"/>
                  </a:cubicBezTo>
                  <a:cubicBezTo>
                    <a:pt x="139" y="177"/>
                    <a:pt x="146" y="170"/>
                    <a:pt x="146" y="162"/>
                  </a:cubicBezTo>
                  <a:lnTo>
                    <a:pt x="146" y="0"/>
                  </a:lnTo>
                  <a:close/>
                </a:path>
              </a:pathLst>
            </a:custGeom>
            <a:solidFill>
              <a:srgbClr val="7C63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2" name="Freeform 102"/>
            <p:cNvSpPr/>
            <p:nvPr/>
          </p:nvSpPr>
          <p:spPr bwMode="auto">
            <a:xfrm>
              <a:off x="3862388" y="3786188"/>
              <a:ext cx="266700" cy="754063"/>
            </a:xfrm>
            <a:custGeom>
              <a:avLst/>
              <a:gdLst>
                <a:gd name="T0" fmla="*/ 56 w 168"/>
                <a:gd name="T1" fmla="*/ 475 h 475"/>
                <a:gd name="T2" fmla="*/ 0 w 168"/>
                <a:gd name="T3" fmla="*/ 463 h 475"/>
                <a:gd name="T4" fmla="*/ 112 w 168"/>
                <a:gd name="T5" fmla="*/ 0 h 475"/>
                <a:gd name="T6" fmla="*/ 168 w 168"/>
                <a:gd name="T7" fmla="*/ 15 h 475"/>
                <a:gd name="T8" fmla="*/ 56 w 168"/>
                <a:gd name="T9" fmla="*/ 475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475">
                  <a:moveTo>
                    <a:pt x="56" y="475"/>
                  </a:moveTo>
                  <a:lnTo>
                    <a:pt x="0" y="463"/>
                  </a:lnTo>
                  <a:lnTo>
                    <a:pt x="112" y="0"/>
                  </a:lnTo>
                  <a:lnTo>
                    <a:pt x="168" y="15"/>
                  </a:lnTo>
                  <a:lnTo>
                    <a:pt x="56" y="475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3" name="Freeform 103"/>
            <p:cNvSpPr/>
            <p:nvPr/>
          </p:nvSpPr>
          <p:spPr bwMode="auto">
            <a:xfrm>
              <a:off x="4040188" y="3743325"/>
              <a:ext cx="98425" cy="66675"/>
            </a:xfrm>
            <a:custGeom>
              <a:avLst/>
              <a:gdLst>
                <a:gd name="T0" fmla="*/ 62 w 62"/>
                <a:gd name="T1" fmla="*/ 15 h 42"/>
                <a:gd name="T2" fmla="*/ 6 w 62"/>
                <a:gd name="T3" fmla="*/ 0 h 42"/>
                <a:gd name="T4" fmla="*/ 0 w 62"/>
                <a:gd name="T5" fmla="*/ 27 h 42"/>
                <a:gd name="T6" fmla="*/ 56 w 62"/>
                <a:gd name="T7" fmla="*/ 42 h 42"/>
                <a:gd name="T8" fmla="*/ 62 w 62"/>
                <a:gd name="T9" fmla="*/ 1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42">
                  <a:moveTo>
                    <a:pt x="62" y="15"/>
                  </a:moveTo>
                  <a:lnTo>
                    <a:pt x="6" y="0"/>
                  </a:lnTo>
                  <a:lnTo>
                    <a:pt x="0" y="27"/>
                  </a:lnTo>
                  <a:lnTo>
                    <a:pt x="56" y="42"/>
                  </a:lnTo>
                  <a:lnTo>
                    <a:pt x="62" y="15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4" name="Freeform 104"/>
            <p:cNvSpPr/>
            <p:nvPr/>
          </p:nvSpPr>
          <p:spPr bwMode="auto">
            <a:xfrm>
              <a:off x="4049713" y="3681413"/>
              <a:ext cx="103188" cy="85725"/>
            </a:xfrm>
            <a:custGeom>
              <a:avLst/>
              <a:gdLst>
                <a:gd name="T0" fmla="*/ 21 w 31"/>
                <a:gd name="T1" fmla="*/ 3 h 26"/>
                <a:gd name="T2" fmla="*/ 16 w 31"/>
                <a:gd name="T3" fmla="*/ 2 h 26"/>
                <a:gd name="T4" fmla="*/ 2 w 31"/>
                <a:gd name="T5" fmla="*/ 10 h 26"/>
                <a:gd name="T6" fmla="*/ 0 w 31"/>
                <a:gd name="T7" fmla="*/ 19 h 26"/>
                <a:gd name="T8" fmla="*/ 27 w 31"/>
                <a:gd name="T9" fmla="*/ 26 h 26"/>
                <a:gd name="T10" fmla="*/ 29 w 31"/>
                <a:gd name="T11" fmla="*/ 17 h 26"/>
                <a:gd name="T12" fmla="*/ 21 w 31"/>
                <a:gd name="T13" fmla="*/ 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26">
                  <a:moveTo>
                    <a:pt x="21" y="3"/>
                  </a:moveTo>
                  <a:cubicBezTo>
                    <a:pt x="16" y="2"/>
                    <a:pt x="16" y="2"/>
                    <a:pt x="16" y="2"/>
                  </a:cubicBezTo>
                  <a:cubicBezTo>
                    <a:pt x="10" y="0"/>
                    <a:pt x="4" y="4"/>
                    <a:pt x="2" y="1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1" y="11"/>
                    <a:pt x="27" y="4"/>
                    <a:pt x="2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5" name="Freeform 105"/>
            <p:cNvSpPr/>
            <p:nvPr/>
          </p:nvSpPr>
          <p:spPr bwMode="auto">
            <a:xfrm>
              <a:off x="3862388" y="4500563"/>
              <a:ext cx="88900" cy="100013"/>
            </a:xfrm>
            <a:custGeom>
              <a:avLst/>
              <a:gdLst>
                <a:gd name="T0" fmla="*/ 0 w 56"/>
                <a:gd name="T1" fmla="*/ 13 h 63"/>
                <a:gd name="T2" fmla="*/ 16 w 56"/>
                <a:gd name="T3" fmla="*/ 63 h 63"/>
                <a:gd name="T4" fmla="*/ 56 w 56"/>
                <a:gd name="T5" fmla="*/ 25 h 63"/>
                <a:gd name="T6" fmla="*/ 48 w 56"/>
                <a:gd name="T7" fmla="*/ 9 h 63"/>
                <a:gd name="T8" fmla="*/ 35 w 56"/>
                <a:gd name="T9" fmla="*/ 21 h 63"/>
                <a:gd name="T10" fmla="*/ 31 w 56"/>
                <a:gd name="T11" fmla="*/ 5 h 63"/>
                <a:gd name="T12" fmla="*/ 18 w 56"/>
                <a:gd name="T13" fmla="*/ 17 h 63"/>
                <a:gd name="T14" fmla="*/ 14 w 56"/>
                <a:gd name="T15" fmla="*/ 0 h 63"/>
                <a:gd name="T16" fmla="*/ 0 w 56"/>
                <a:gd name="T17" fmla="*/ 1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63">
                  <a:moveTo>
                    <a:pt x="0" y="13"/>
                  </a:moveTo>
                  <a:lnTo>
                    <a:pt x="16" y="63"/>
                  </a:lnTo>
                  <a:lnTo>
                    <a:pt x="56" y="25"/>
                  </a:lnTo>
                  <a:lnTo>
                    <a:pt x="48" y="9"/>
                  </a:lnTo>
                  <a:lnTo>
                    <a:pt x="35" y="21"/>
                  </a:lnTo>
                  <a:lnTo>
                    <a:pt x="31" y="5"/>
                  </a:lnTo>
                  <a:lnTo>
                    <a:pt x="18" y="17"/>
                  </a:lnTo>
                  <a:lnTo>
                    <a:pt x="14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E5BD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6" name="Freeform 106"/>
            <p:cNvSpPr/>
            <p:nvPr/>
          </p:nvSpPr>
          <p:spPr bwMode="auto">
            <a:xfrm>
              <a:off x="3875088" y="4560888"/>
              <a:ext cx="46038" cy="39688"/>
            </a:xfrm>
            <a:custGeom>
              <a:avLst/>
              <a:gdLst>
                <a:gd name="T0" fmla="*/ 29 w 29"/>
                <a:gd name="T1" fmla="*/ 6 h 25"/>
                <a:gd name="T2" fmla="*/ 0 w 29"/>
                <a:gd name="T3" fmla="*/ 0 h 25"/>
                <a:gd name="T4" fmla="*/ 8 w 29"/>
                <a:gd name="T5" fmla="*/ 25 h 25"/>
                <a:gd name="T6" fmla="*/ 29 w 29"/>
                <a:gd name="T7" fmla="*/ 6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5">
                  <a:moveTo>
                    <a:pt x="29" y="6"/>
                  </a:moveTo>
                  <a:lnTo>
                    <a:pt x="0" y="0"/>
                  </a:lnTo>
                  <a:lnTo>
                    <a:pt x="8" y="25"/>
                  </a:lnTo>
                  <a:lnTo>
                    <a:pt x="29" y="6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7" name="Freeform 107"/>
            <p:cNvSpPr/>
            <p:nvPr/>
          </p:nvSpPr>
          <p:spPr bwMode="auto">
            <a:xfrm>
              <a:off x="3805238" y="3611563"/>
              <a:ext cx="185738" cy="762000"/>
            </a:xfrm>
            <a:custGeom>
              <a:avLst/>
              <a:gdLst>
                <a:gd name="T0" fmla="*/ 117 w 117"/>
                <a:gd name="T1" fmla="*/ 471 h 480"/>
                <a:gd name="T2" fmla="*/ 61 w 117"/>
                <a:gd name="T3" fmla="*/ 480 h 480"/>
                <a:gd name="T4" fmla="*/ 0 w 117"/>
                <a:gd name="T5" fmla="*/ 6 h 480"/>
                <a:gd name="T6" fmla="*/ 57 w 117"/>
                <a:gd name="T7" fmla="*/ 0 h 480"/>
                <a:gd name="T8" fmla="*/ 117 w 117"/>
                <a:gd name="T9" fmla="*/ 471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480">
                  <a:moveTo>
                    <a:pt x="117" y="471"/>
                  </a:moveTo>
                  <a:lnTo>
                    <a:pt x="61" y="480"/>
                  </a:lnTo>
                  <a:lnTo>
                    <a:pt x="0" y="6"/>
                  </a:lnTo>
                  <a:lnTo>
                    <a:pt x="57" y="0"/>
                  </a:lnTo>
                  <a:lnTo>
                    <a:pt x="117" y="471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8" name="Freeform 108"/>
            <p:cNvSpPr/>
            <p:nvPr/>
          </p:nvSpPr>
          <p:spPr bwMode="auto">
            <a:xfrm>
              <a:off x="3798888" y="3568700"/>
              <a:ext cx="96838" cy="52388"/>
            </a:xfrm>
            <a:custGeom>
              <a:avLst/>
              <a:gdLst>
                <a:gd name="T0" fmla="*/ 58 w 61"/>
                <a:gd name="T1" fmla="*/ 0 h 33"/>
                <a:gd name="T2" fmla="*/ 0 w 61"/>
                <a:gd name="T3" fmla="*/ 6 h 33"/>
                <a:gd name="T4" fmla="*/ 4 w 61"/>
                <a:gd name="T5" fmla="*/ 33 h 33"/>
                <a:gd name="T6" fmla="*/ 61 w 61"/>
                <a:gd name="T7" fmla="*/ 27 h 33"/>
                <a:gd name="T8" fmla="*/ 58 w 61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3">
                  <a:moveTo>
                    <a:pt x="58" y="0"/>
                  </a:moveTo>
                  <a:lnTo>
                    <a:pt x="0" y="6"/>
                  </a:lnTo>
                  <a:lnTo>
                    <a:pt x="4" y="33"/>
                  </a:lnTo>
                  <a:lnTo>
                    <a:pt x="61" y="27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9" name="Freeform 109"/>
            <p:cNvSpPr/>
            <p:nvPr/>
          </p:nvSpPr>
          <p:spPr bwMode="auto">
            <a:xfrm>
              <a:off x="3792538" y="3503613"/>
              <a:ext cx="98425" cy="74613"/>
            </a:xfrm>
            <a:custGeom>
              <a:avLst/>
              <a:gdLst>
                <a:gd name="T0" fmla="*/ 16 w 30"/>
                <a:gd name="T1" fmla="*/ 1 h 23"/>
                <a:gd name="T2" fmla="*/ 11 w 30"/>
                <a:gd name="T3" fmla="*/ 1 h 23"/>
                <a:gd name="T4" fmla="*/ 1 w 30"/>
                <a:gd name="T5" fmla="*/ 14 h 23"/>
                <a:gd name="T6" fmla="*/ 2 w 30"/>
                <a:gd name="T7" fmla="*/ 23 h 23"/>
                <a:gd name="T8" fmla="*/ 30 w 30"/>
                <a:gd name="T9" fmla="*/ 20 h 23"/>
                <a:gd name="T10" fmla="*/ 28 w 30"/>
                <a:gd name="T11" fmla="*/ 10 h 23"/>
                <a:gd name="T12" fmla="*/ 16 w 30"/>
                <a:gd name="T13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23">
                  <a:moveTo>
                    <a:pt x="16" y="1"/>
                  </a:moveTo>
                  <a:cubicBezTo>
                    <a:pt x="11" y="1"/>
                    <a:pt x="11" y="1"/>
                    <a:pt x="11" y="1"/>
                  </a:cubicBezTo>
                  <a:cubicBezTo>
                    <a:pt x="4" y="2"/>
                    <a:pt x="0" y="8"/>
                    <a:pt x="1" y="14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4"/>
                    <a:pt x="22" y="0"/>
                    <a:pt x="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0" name="Freeform 110"/>
            <p:cNvSpPr/>
            <p:nvPr/>
          </p:nvSpPr>
          <p:spPr bwMode="auto">
            <a:xfrm>
              <a:off x="3902076" y="4340225"/>
              <a:ext cx="88900" cy="95250"/>
            </a:xfrm>
            <a:custGeom>
              <a:avLst/>
              <a:gdLst>
                <a:gd name="T0" fmla="*/ 0 w 56"/>
                <a:gd name="T1" fmla="*/ 21 h 60"/>
                <a:gd name="T2" fmla="*/ 33 w 56"/>
                <a:gd name="T3" fmla="*/ 60 h 60"/>
                <a:gd name="T4" fmla="*/ 56 w 56"/>
                <a:gd name="T5" fmla="*/ 12 h 60"/>
                <a:gd name="T6" fmla="*/ 43 w 56"/>
                <a:gd name="T7" fmla="*/ 0 h 60"/>
                <a:gd name="T8" fmla="*/ 35 w 56"/>
                <a:gd name="T9" fmla="*/ 14 h 60"/>
                <a:gd name="T10" fmla="*/ 27 w 56"/>
                <a:gd name="T11" fmla="*/ 2 h 60"/>
                <a:gd name="T12" fmla="*/ 18 w 56"/>
                <a:gd name="T13" fmla="*/ 16 h 60"/>
                <a:gd name="T14" fmla="*/ 8 w 56"/>
                <a:gd name="T15" fmla="*/ 4 h 60"/>
                <a:gd name="T16" fmla="*/ 0 w 56"/>
                <a:gd name="T1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60">
                  <a:moveTo>
                    <a:pt x="0" y="21"/>
                  </a:moveTo>
                  <a:lnTo>
                    <a:pt x="33" y="60"/>
                  </a:lnTo>
                  <a:lnTo>
                    <a:pt x="56" y="12"/>
                  </a:lnTo>
                  <a:lnTo>
                    <a:pt x="43" y="0"/>
                  </a:lnTo>
                  <a:lnTo>
                    <a:pt x="35" y="14"/>
                  </a:lnTo>
                  <a:lnTo>
                    <a:pt x="27" y="2"/>
                  </a:lnTo>
                  <a:lnTo>
                    <a:pt x="18" y="16"/>
                  </a:lnTo>
                  <a:lnTo>
                    <a:pt x="8" y="4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E5BD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1" name="Freeform 111"/>
            <p:cNvSpPr/>
            <p:nvPr/>
          </p:nvSpPr>
          <p:spPr bwMode="auto">
            <a:xfrm>
              <a:off x="3927476" y="4398963"/>
              <a:ext cx="46038" cy="36513"/>
            </a:xfrm>
            <a:custGeom>
              <a:avLst/>
              <a:gdLst>
                <a:gd name="T0" fmla="*/ 29 w 29"/>
                <a:gd name="T1" fmla="*/ 0 h 23"/>
                <a:gd name="T2" fmla="*/ 0 w 29"/>
                <a:gd name="T3" fmla="*/ 2 h 23"/>
                <a:gd name="T4" fmla="*/ 17 w 29"/>
                <a:gd name="T5" fmla="*/ 23 h 23"/>
                <a:gd name="T6" fmla="*/ 29 w 29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3">
                  <a:moveTo>
                    <a:pt x="29" y="0"/>
                  </a:moveTo>
                  <a:lnTo>
                    <a:pt x="0" y="2"/>
                  </a:lnTo>
                  <a:lnTo>
                    <a:pt x="17" y="23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2" name="Freeform 112"/>
            <p:cNvSpPr/>
            <p:nvPr/>
          </p:nvSpPr>
          <p:spPr bwMode="auto">
            <a:xfrm>
              <a:off x="3730626" y="4405313"/>
              <a:ext cx="39688" cy="33338"/>
            </a:xfrm>
            <a:custGeom>
              <a:avLst/>
              <a:gdLst>
                <a:gd name="T0" fmla="*/ 0 w 12"/>
                <a:gd name="T1" fmla="*/ 5 h 10"/>
                <a:gd name="T2" fmla="*/ 6 w 12"/>
                <a:gd name="T3" fmla="*/ 0 h 10"/>
                <a:gd name="T4" fmla="*/ 12 w 12"/>
                <a:gd name="T5" fmla="*/ 5 h 10"/>
                <a:gd name="T6" fmla="*/ 6 w 12"/>
                <a:gd name="T7" fmla="*/ 10 h 10"/>
                <a:gd name="T8" fmla="*/ 0 w 12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0">
                  <a:moveTo>
                    <a:pt x="0" y="5"/>
                  </a:move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5"/>
                  </a:cubicBezTo>
                  <a:cubicBezTo>
                    <a:pt x="12" y="7"/>
                    <a:pt x="10" y="9"/>
                    <a:pt x="6" y="10"/>
                  </a:cubicBezTo>
                  <a:cubicBezTo>
                    <a:pt x="3" y="10"/>
                    <a:pt x="0" y="8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3" name="Freeform 113"/>
            <p:cNvSpPr/>
            <p:nvPr/>
          </p:nvSpPr>
          <p:spPr bwMode="auto">
            <a:xfrm>
              <a:off x="3673476" y="3629025"/>
              <a:ext cx="100013" cy="368300"/>
            </a:xfrm>
            <a:custGeom>
              <a:avLst/>
              <a:gdLst>
                <a:gd name="T0" fmla="*/ 52 w 63"/>
                <a:gd name="T1" fmla="*/ 232 h 232"/>
                <a:gd name="T2" fmla="*/ 25 w 63"/>
                <a:gd name="T3" fmla="*/ 12 h 232"/>
                <a:gd name="T4" fmla="*/ 2 w 63"/>
                <a:gd name="T5" fmla="*/ 14 h 232"/>
                <a:gd name="T6" fmla="*/ 0 w 63"/>
                <a:gd name="T7" fmla="*/ 4 h 232"/>
                <a:gd name="T8" fmla="*/ 34 w 63"/>
                <a:gd name="T9" fmla="*/ 0 h 232"/>
                <a:gd name="T10" fmla="*/ 63 w 63"/>
                <a:gd name="T11" fmla="*/ 232 h 232"/>
                <a:gd name="T12" fmla="*/ 52 w 63"/>
                <a:gd name="T13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232">
                  <a:moveTo>
                    <a:pt x="52" y="232"/>
                  </a:moveTo>
                  <a:lnTo>
                    <a:pt x="25" y="12"/>
                  </a:lnTo>
                  <a:lnTo>
                    <a:pt x="2" y="14"/>
                  </a:lnTo>
                  <a:lnTo>
                    <a:pt x="0" y="4"/>
                  </a:lnTo>
                  <a:lnTo>
                    <a:pt x="34" y="0"/>
                  </a:lnTo>
                  <a:lnTo>
                    <a:pt x="63" y="232"/>
                  </a:lnTo>
                  <a:lnTo>
                    <a:pt x="52" y="232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4" name="Freeform 114"/>
            <p:cNvSpPr/>
            <p:nvPr/>
          </p:nvSpPr>
          <p:spPr bwMode="auto">
            <a:xfrm>
              <a:off x="3598863" y="3473450"/>
              <a:ext cx="77788" cy="168275"/>
            </a:xfrm>
            <a:custGeom>
              <a:avLst/>
              <a:gdLst>
                <a:gd name="T0" fmla="*/ 11 w 24"/>
                <a:gd name="T1" fmla="*/ 0 h 51"/>
                <a:gd name="T2" fmla="*/ 7 w 24"/>
                <a:gd name="T3" fmla="*/ 1 h 51"/>
                <a:gd name="T4" fmla="*/ 0 w 24"/>
                <a:gd name="T5" fmla="*/ 10 h 51"/>
                <a:gd name="T6" fmla="*/ 4 w 24"/>
                <a:gd name="T7" fmla="*/ 43 h 51"/>
                <a:gd name="T8" fmla="*/ 13 w 24"/>
                <a:gd name="T9" fmla="*/ 50 h 51"/>
                <a:gd name="T10" fmla="*/ 17 w 24"/>
                <a:gd name="T11" fmla="*/ 50 h 51"/>
                <a:gd name="T12" fmla="*/ 24 w 24"/>
                <a:gd name="T13" fmla="*/ 41 h 51"/>
                <a:gd name="T14" fmla="*/ 19 w 24"/>
                <a:gd name="T15" fmla="*/ 7 h 51"/>
                <a:gd name="T16" fmla="*/ 11 w 24"/>
                <a:gd name="T1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51">
                  <a:moveTo>
                    <a:pt x="11" y="0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3" y="1"/>
                    <a:pt x="0" y="5"/>
                    <a:pt x="0" y="10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5" y="48"/>
                    <a:pt x="9" y="51"/>
                    <a:pt x="13" y="50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21" y="49"/>
                    <a:pt x="24" y="45"/>
                    <a:pt x="24" y="41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3"/>
                    <a:pt x="15" y="0"/>
                    <a:pt x="11" y="0"/>
                  </a:cubicBez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5" name="Freeform 115"/>
            <p:cNvSpPr/>
            <p:nvPr/>
          </p:nvSpPr>
          <p:spPr bwMode="auto">
            <a:xfrm>
              <a:off x="3598863" y="3592513"/>
              <a:ext cx="98425" cy="52388"/>
            </a:xfrm>
            <a:custGeom>
              <a:avLst/>
              <a:gdLst>
                <a:gd name="T0" fmla="*/ 58 w 62"/>
                <a:gd name="T1" fmla="*/ 0 h 33"/>
                <a:gd name="T2" fmla="*/ 0 w 62"/>
                <a:gd name="T3" fmla="*/ 6 h 33"/>
                <a:gd name="T4" fmla="*/ 4 w 62"/>
                <a:gd name="T5" fmla="*/ 33 h 33"/>
                <a:gd name="T6" fmla="*/ 62 w 62"/>
                <a:gd name="T7" fmla="*/ 27 h 33"/>
                <a:gd name="T8" fmla="*/ 58 w 62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3">
                  <a:moveTo>
                    <a:pt x="58" y="0"/>
                  </a:moveTo>
                  <a:lnTo>
                    <a:pt x="0" y="6"/>
                  </a:lnTo>
                  <a:lnTo>
                    <a:pt x="4" y="33"/>
                  </a:lnTo>
                  <a:lnTo>
                    <a:pt x="62" y="27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6" name="Freeform 116"/>
            <p:cNvSpPr/>
            <p:nvPr/>
          </p:nvSpPr>
          <p:spPr bwMode="auto">
            <a:xfrm>
              <a:off x="3605213" y="3635375"/>
              <a:ext cx="187325" cy="793750"/>
            </a:xfrm>
            <a:custGeom>
              <a:avLst/>
              <a:gdLst>
                <a:gd name="T0" fmla="*/ 37 w 57"/>
                <a:gd name="T1" fmla="*/ 241 h 241"/>
                <a:gd name="T2" fmla="*/ 45 w 57"/>
                <a:gd name="T3" fmla="*/ 240 h 241"/>
                <a:gd name="T4" fmla="*/ 51 w 57"/>
                <a:gd name="T5" fmla="*/ 239 h 241"/>
                <a:gd name="T6" fmla="*/ 57 w 57"/>
                <a:gd name="T7" fmla="*/ 227 h 241"/>
                <a:gd name="T8" fmla="*/ 28 w 57"/>
                <a:gd name="T9" fmla="*/ 0 h 241"/>
                <a:gd name="T10" fmla="*/ 0 w 57"/>
                <a:gd name="T11" fmla="*/ 3 h 241"/>
                <a:gd name="T12" fmla="*/ 29 w 57"/>
                <a:gd name="T13" fmla="*/ 231 h 241"/>
                <a:gd name="T14" fmla="*/ 37 w 57"/>
                <a:gd name="T15" fmla="*/ 24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241">
                  <a:moveTo>
                    <a:pt x="37" y="241"/>
                  </a:moveTo>
                  <a:cubicBezTo>
                    <a:pt x="40" y="240"/>
                    <a:pt x="42" y="240"/>
                    <a:pt x="45" y="240"/>
                  </a:cubicBezTo>
                  <a:cubicBezTo>
                    <a:pt x="47" y="239"/>
                    <a:pt x="49" y="239"/>
                    <a:pt x="51" y="239"/>
                  </a:cubicBezTo>
                  <a:cubicBezTo>
                    <a:pt x="57" y="227"/>
                    <a:pt x="57" y="227"/>
                    <a:pt x="57" y="227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231"/>
                    <a:pt x="29" y="231"/>
                    <a:pt x="29" y="231"/>
                  </a:cubicBezTo>
                  <a:lnTo>
                    <a:pt x="37" y="241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7" name="Freeform 117"/>
            <p:cNvSpPr/>
            <p:nvPr/>
          </p:nvSpPr>
          <p:spPr bwMode="auto">
            <a:xfrm>
              <a:off x="4040188" y="3513138"/>
              <a:ext cx="42863" cy="36513"/>
            </a:xfrm>
            <a:custGeom>
              <a:avLst/>
              <a:gdLst>
                <a:gd name="T0" fmla="*/ 12 w 13"/>
                <a:gd name="T1" fmla="*/ 8 h 11"/>
                <a:gd name="T2" fmla="*/ 5 w 13"/>
                <a:gd name="T3" fmla="*/ 9 h 11"/>
                <a:gd name="T4" fmla="*/ 1 w 13"/>
                <a:gd name="T5" fmla="*/ 3 h 11"/>
                <a:gd name="T6" fmla="*/ 8 w 13"/>
                <a:gd name="T7" fmla="*/ 1 h 11"/>
                <a:gd name="T8" fmla="*/ 12 w 13"/>
                <a:gd name="T9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1">
                  <a:moveTo>
                    <a:pt x="12" y="8"/>
                  </a:moveTo>
                  <a:cubicBezTo>
                    <a:pt x="11" y="10"/>
                    <a:pt x="8" y="11"/>
                    <a:pt x="5" y="9"/>
                  </a:cubicBezTo>
                  <a:cubicBezTo>
                    <a:pt x="2" y="8"/>
                    <a:pt x="0" y="5"/>
                    <a:pt x="1" y="3"/>
                  </a:cubicBezTo>
                  <a:cubicBezTo>
                    <a:pt x="2" y="0"/>
                    <a:pt x="5" y="0"/>
                    <a:pt x="8" y="1"/>
                  </a:cubicBezTo>
                  <a:cubicBezTo>
                    <a:pt x="12" y="2"/>
                    <a:pt x="13" y="5"/>
                    <a:pt x="12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8" name="Freeform 118"/>
            <p:cNvSpPr/>
            <p:nvPr/>
          </p:nvSpPr>
          <p:spPr bwMode="auto">
            <a:xfrm>
              <a:off x="3709988" y="3895725"/>
              <a:ext cx="149225" cy="365125"/>
            </a:xfrm>
            <a:custGeom>
              <a:avLst/>
              <a:gdLst>
                <a:gd name="T0" fmla="*/ 94 w 94"/>
                <a:gd name="T1" fmla="*/ 4 h 230"/>
                <a:gd name="T2" fmla="*/ 15 w 94"/>
                <a:gd name="T3" fmla="*/ 213 h 230"/>
                <a:gd name="T4" fmla="*/ 36 w 94"/>
                <a:gd name="T5" fmla="*/ 222 h 230"/>
                <a:gd name="T6" fmla="*/ 33 w 94"/>
                <a:gd name="T7" fmla="*/ 230 h 230"/>
                <a:gd name="T8" fmla="*/ 0 w 94"/>
                <a:gd name="T9" fmla="*/ 218 h 230"/>
                <a:gd name="T10" fmla="*/ 83 w 94"/>
                <a:gd name="T11" fmla="*/ 0 h 230"/>
                <a:gd name="T12" fmla="*/ 94 w 94"/>
                <a:gd name="T13" fmla="*/ 4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230">
                  <a:moveTo>
                    <a:pt x="94" y="4"/>
                  </a:moveTo>
                  <a:lnTo>
                    <a:pt x="15" y="213"/>
                  </a:lnTo>
                  <a:lnTo>
                    <a:pt x="36" y="222"/>
                  </a:lnTo>
                  <a:lnTo>
                    <a:pt x="33" y="230"/>
                  </a:lnTo>
                  <a:lnTo>
                    <a:pt x="0" y="218"/>
                  </a:lnTo>
                  <a:lnTo>
                    <a:pt x="83" y="0"/>
                  </a:lnTo>
                  <a:lnTo>
                    <a:pt x="94" y="4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9" name="Freeform 119"/>
            <p:cNvSpPr/>
            <p:nvPr/>
          </p:nvSpPr>
          <p:spPr bwMode="auto">
            <a:xfrm>
              <a:off x="3703638" y="4264025"/>
              <a:ext cx="109538" cy="168275"/>
            </a:xfrm>
            <a:custGeom>
              <a:avLst/>
              <a:gdLst>
                <a:gd name="T0" fmla="*/ 6 w 33"/>
                <a:gd name="T1" fmla="*/ 48 h 51"/>
                <a:gd name="T2" fmla="*/ 10 w 33"/>
                <a:gd name="T3" fmla="*/ 49 h 51"/>
                <a:gd name="T4" fmla="*/ 20 w 33"/>
                <a:gd name="T5" fmla="*/ 45 h 51"/>
                <a:gd name="T6" fmla="*/ 31 w 33"/>
                <a:gd name="T7" fmla="*/ 13 h 51"/>
                <a:gd name="T8" fmla="*/ 27 w 33"/>
                <a:gd name="T9" fmla="*/ 3 h 51"/>
                <a:gd name="T10" fmla="*/ 23 w 33"/>
                <a:gd name="T11" fmla="*/ 2 h 51"/>
                <a:gd name="T12" fmla="*/ 13 w 33"/>
                <a:gd name="T13" fmla="*/ 6 h 51"/>
                <a:gd name="T14" fmla="*/ 2 w 33"/>
                <a:gd name="T15" fmla="*/ 38 h 51"/>
                <a:gd name="T16" fmla="*/ 6 w 33"/>
                <a:gd name="T17" fmla="*/ 48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51">
                  <a:moveTo>
                    <a:pt x="6" y="48"/>
                  </a:moveTo>
                  <a:cubicBezTo>
                    <a:pt x="10" y="49"/>
                    <a:pt x="10" y="49"/>
                    <a:pt x="10" y="49"/>
                  </a:cubicBezTo>
                  <a:cubicBezTo>
                    <a:pt x="14" y="51"/>
                    <a:pt x="18" y="49"/>
                    <a:pt x="20" y="45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3" y="9"/>
                    <a:pt x="31" y="5"/>
                    <a:pt x="27" y="3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19" y="0"/>
                    <a:pt x="15" y="2"/>
                    <a:pt x="13" y="6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0" y="42"/>
                    <a:pt x="2" y="47"/>
                    <a:pt x="6" y="48"/>
                  </a:cubicBez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0" name="Freeform 120"/>
            <p:cNvSpPr/>
            <p:nvPr/>
          </p:nvSpPr>
          <p:spPr bwMode="auto">
            <a:xfrm>
              <a:off x="3727451" y="4254500"/>
              <a:ext cx="101600" cy="71438"/>
            </a:xfrm>
            <a:custGeom>
              <a:avLst/>
              <a:gdLst>
                <a:gd name="T0" fmla="*/ 0 w 64"/>
                <a:gd name="T1" fmla="*/ 25 h 45"/>
                <a:gd name="T2" fmla="*/ 54 w 64"/>
                <a:gd name="T3" fmla="*/ 45 h 45"/>
                <a:gd name="T4" fmla="*/ 64 w 64"/>
                <a:gd name="T5" fmla="*/ 18 h 45"/>
                <a:gd name="T6" fmla="*/ 10 w 64"/>
                <a:gd name="T7" fmla="*/ 0 h 45"/>
                <a:gd name="T8" fmla="*/ 0 w 64"/>
                <a:gd name="T9" fmla="*/ 2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45">
                  <a:moveTo>
                    <a:pt x="0" y="25"/>
                  </a:moveTo>
                  <a:lnTo>
                    <a:pt x="54" y="45"/>
                  </a:lnTo>
                  <a:lnTo>
                    <a:pt x="64" y="18"/>
                  </a:lnTo>
                  <a:lnTo>
                    <a:pt x="10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1" name="Freeform 121"/>
            <p:cNvSpPr/>
            <p:nvPr/>
          </p:nvSpPr>
          <p:spPr bwMode="auto">
            <a:xfrm>
              <a:off x="3743326" y="3519488"/>
              <a:ext cx="349250" cy="763588"/>
            </a:xfrm>
            <a:custGeom>
              <a:avLst/>
              <a:gdLst>
                <a:gd name="T0" fmla="*/ 103 w 106"/>
                <a:gd name="T1" fmla="*/ 5 h 232"/>
                <a:gd name="T2" fmla="*/ 96 w 106"/>
                <a:gd name="T3" fmla="*/ 2 h 232"/>
                <a:gd name="T4" fmla="*/ 91 w 106"/>
                <a:gd name="T5" fmla="*/ 0 h 232"/>
                <a:gd name="T6" fmla="*/ 80 w 106"/>
                <a:gd name="T7" fmla="*/ 8 h 232"/>
                <a:gd name="T8" fmla="*/ 0 w 106"/>
                <a:gd name="T9" fmla="*/ 223 h 232"/>
                <a:gd name="T10" fmla="*/ 26 w 106"/>
                <a:gd name="T11" fmla="*/ 232 h 232"/>
                <a:gd name="T12" fmla="*/ 106 w 106"/>
                <a:gd name="T13" fmla="*/ 18 h 232"/>
                <a:gd name="T14" fmla="*/ 103 w 106"/>
                <a:gd name="T15" fmla="*/ 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6" h="232">
                  <a:moveTo>
                    <a:pt x="103" y="5"/>
                  </a:moveTo>
                  <a:cubicBezTo>
                    <a:pt x="101" y="4"/>
                    <a:pt x="99" y="3"/>
                    <a:pt x="96" y="2"/>
                  </a:cubicBezTo>
                  <a:cubicBezTo>
                    <a:pt x="94" y="1"/>
                    <a:pt x="93" y="1"/>
                    <a:pt x="91" y="0"/>
                  </a:cubicBezTo>
                  <a:cubicBezTo>
                    <a:pt x="80" y="8"/>
                    <a:pt x="80" y="8"/>
                    <a:pt x="80" y="8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26" y="232"/>
                    <a:pt x="26" y="232"/>
                    <a:pt x="26" y="232"/>
                  </a:cubicBezTo>
                  <a:cubicBezTo>
                    <a:pt x="106" y="18"/>
                    <a:pt x="106" y="18"/>
                    <a:pt x="106" y="18"/>
                  </a:cubicBezTo>
                  <a:lnTo>
                    <a:pt x="103" y="5"/>
                  </a:lnTo>
                  <a:close/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2" name="Freeform 122"/>
            <p:cNvSpPr/>
            <p:nvPr/>
          </p:nvSpPr>
          <p:spPr bwMode="auto">
            <a:xfrm>
              <a:off x="3611563" y="4165600"/>
              <a:ext cx="477838" cy="585788"/>
            </a:xfrm>
            <a:custGeom>
              <a:avLst/>
              <a:gdLst>
                <a:gd name="T0" fmla="*/ 145 w 145"/>
                <a:gd name="T1" fmla="*/ 0 h 178"/>
                <a:gd name="T2" fmla="*/ 0 w 145"/>
                <a:gd name="T3" fmla="*/ 0 h 178"/>
                <a:gd name="T4" fmla="*/ 0 w 145"/>
                <a:gd name="T5" fmla="*/ 163 h 178"/>
                <a:gd name="T6" fmla="*/ 14 w 145"/>
                <a:gd name="T7" fmla="*/ 178 h 178"/>
                <a:gd name="T8" fmla="*/ 131 w 145"/>
                <a:gd name="T9" fmla="*/ 178 h 178"/>
                <a:gd name="T10" fmla="*/ 145 w 145"/>
                <a:gd name="T11" fmla="*/ 163 h 178"/>
                <a:gd name="T12" fmla="*/ 145 w 145"/>
                <a:gd name="T13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" h="178">
                  <a:moveTo>
                    <a:pt x="14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0" y="171"/>
                    <a:pt x="6" y="178"/>
                    <a:pt x="14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139" y="178"/>
                    <a:pt x="145" y="171"/>
                    <a:pt x="145" y="163"/>
                  </a:cubicBezTo>
                  <a:lnTo>
                    <a:pt x="145" y="0"/>
                  </a:lnTo>
                  <a:close/>
                </a:path>
              </a:pathLst>
            </a:custGeom>
            <a:solidFill>
              <a:srgbClr val="7C63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33" name="íṥḷíḑé"/>
          <p:cNvSpPr txBox="1"/>
          <p:nvPr>
            <p:custDataLst>
              <p:tags r:id="rId1"/>
            </p:custDataLst>
          </p:nvPr>
        </p:nvSpPr>
        <p:spPr>
          <a:xfrm>
            <a:off x="4764941" y="2638821"/>
            <a:ext cx="466794" cy="46166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01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134" name="直接连接符 133"/>
          <p:cNvCxnSpPr/>
          <p:nvPr>
            <p:custDataLst>
              <p:tags r:id="rId2"/>
            </p:custDataLst>
          </p:nvPr>
        </p:nvCxnSpPr>
        <p:spPr>
          <a:xfrm>
            <a:off x="5363407" y="2610046"/>
            <a:ext cx="0" cy="519214"/>
          </a:xfrm>
          <a:prstGeom prst="line">
            <a:avLst/>
          </a:prstGeom>
          <a:ln w="28575">
            <a:solidFill>
              <a:srgbClr val="324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išḻidé"/>
          <p:cNvSpPr/>
          <p:nvPr>
            <p:custDataLst>
              <p:tags r:id="rId3"/>
            </p:custDataLst>
          </p:nvPr>
        </p:nvSpPr>
        <p:spPr bwMode="auto">
          <a:xfrm>
            <a:off x="5449828" y="2887087"/>
            <a:ext cx="3610267" cy="316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7" name="îsľïḑê"/>
          <p:cNvSpPr txBox="1"/>
          <p:nvPr>
            <p:custDataLst>
              <p:tags r:id="rId4"/>
            </p:custDataLst>
          </p:nvPr>
        </p:nvSpPr>
        <p:spPr bwMode="auto">
          <a:xfrm>
            <a:off x="5449828" y="2732556"/>
            <a:ext cx="3610267" cy="350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已完成任务进展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8" name="îṧ1ïḋê"/>
          <p:cNvSpPr txBox="1"/>
          <p:nvPr>
            <p:custDataLst>
              <p:tags r:id="rId5"/>
            </p:custDataLst>
          </p:nvPr>
        </p:nvSpPr>
        <p:spPr>
          <a:xfrm>
            <a:off x="4764941" y="4282760"/>
            <a:ext cx="503663" cy="46166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02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139" name="直接连接符 138"/>
          <p:cNvCxnSpPr/>
          <p:nvPr>
            <p:custDataLst>
              <p:tags r:id="rId6"/>
            </p:custDataLst>
          </p:nvPr>
        </p:nvCxnSpPr>
        <p:spPr>
          <a:xfrm>
            <a:off x="5381841" y="4253985"/>
            <a:ext cx="0" cy="519214"/>
          </a:xfrm>
          <a:prstGeom prst="line">
            <a:avLst/>
          </a:prstGeom>
          <a:ln w="28575" cap="flat" cmpd="sng" algn="ctr">
            <a:solidFill>
              <a:srgbClr val="324D8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îSľiḓe"/>
          <p:cNvSpPr/>
          <p:nvPr>
            <p:custDataLst>
              <p:tags r:id="rId7"/>
            </p:custDataLst>
          </p:nvPr>
        </p:nvSpPr>
        <p:spPr bwMode="auto">
          <a:xfrm>
            <a:off x="5468262" y="4531026"/>
            <a:ext cx="3610267" cy="316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1" name="íŝḻiḓê"/>
          <p:cNvSpPr txBox="1"/>
          <p:nvPr>
            <p:custDataLst>
              <p:tags r:id="rId8"/>
            </p:custDataLst>
          </p:nvPr>
        </p:nvSpPr>
        <p:spPr bwMode="auto">
          <a:xfrm>
            <a:off x="5449847" y="4304558"/>
            <a:ext cx="3610267" cy="350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学习成果展示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2" name="isľîḋé"/>
          <p:cNvSpPr txBox="1"/>
          <p:nvPr>
            <p:custDataLst>
              <p:tags r:id="rId9"/>
            </p:custDataLst>
          </p:nvPr>
        </p:nvSpPr>
        <p:spPr>
          <a:xfrm>
            <a:off x="7752112" y="2621961"/>
            <a:ext cx="513282" cy="46166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03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143" name="直接连接符 142"/>
          <p:cNvCxnSpPr/>
          <p:nvPr>
            <p:custDataLst>
              <p:tags r:id="rId10"/>
            </p:custDataLst>
          </p:nvPr>
        </p:nvCxnSpPr>
        <p:spPr>
          <a:xfrm>
            <a:off x="8373822" y="2593186"/>
            <a:ext cx="0" cy="519214"/>
          </a:xfrm>
          <a:prstGeom prst="line">
            <a:avLst/>
          </a:prstGeom>
          <a:ln w="28575" cap="flat" cmpd="sng" algn="ctr">
            <a:solidFill>
              <a:srgbClr val="324D8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íśḻíḍé"/>
          <p:cNvSpPr/>
          <p:nvPr>
            <p:custDataLst>
              <p:tags r:id="rId11"/>
            </p:custDataLst>
          </p:nvPr>
        </p:nvSpPr>
        <p:spPr bwMode="auto">
          <a:xfrm>
            <a:off x="8460243" y="2870227"/>
            <a:ext cx="3610267" cy="316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5" name="ísḻiḍe"/>
          <p:cNvSpPr txBox="1"/>
          <p:nvPr>
            <p:custDataLst>
              <p:tags r:id="rId12"/>
            </p:custDataLst>
          </p:nvPr>
        </p:nvSpPr>
        <p:spPr bwMode="auto">
          <a:xfrm>
            <a:off x="8460878" y="2732659"/>
            <a:ext cx="3610267" cy="350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总结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6" name="îṡlïḓé"/>
          <p:cNvSpPr txBox="1"/>
          <p:nvPr>
            <p:custDataLst>
              <p:tags r:id="rId13"/>
            </p:custDataLst>
          </p:nvPr>
        </p:nvSpPr>
        <p:spPr>
          <a:xfrm>
            <a:off x="7752112" y="4265900"/>
            <a:ext cx="503663" cy="46166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04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147" name="直接连接符 146"/>
          <p:cNvCxnSpPr/>
          <p:nvPr>
            <p:custDataLst>
              <p:tags r:id="rId14"/>
            </p:custDataLst>
          </p:nvPr>
        </p:nvCxnSpPr>
        <p:spPr>
          <a:xfrm>
            <a:off x="8369012" y="4237125"/>
            <a:ext cx="0" cy="519214"/>
          </a:xfrm>
          <a:prstGeom prst="line">
            <a:avLst/>
          </a:prstGeom>
          <a:ln w="28575" cap="flat" cmpd="sng" algn="ctr">
            <a:solidFill>
              <a:srgbClr val="324D8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is1ïḑè"/>
          <p:cNvSpPr/>
          <p:nvPr>
            <p:custDataLst>
              <p:tags r:id="rId15"/>
            </p:custDataLst>
          </p:nvPr>
        </p:nvSpPr>
        <p:spPr bwMode="auto">
          <a:xfrm>
            <a:off x="8455433" y="4482809"/>
            <a:ext cx="3610267" cy="316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9" name="îṩľîḓè"/>
          <p:cNvSpPr txBox="1"/>
          <p:nvPr>
            <p:custDataLst>
              <p:tags r:id="rId16"/>
            </p:custDataLst>
          </p:nvPr>
        </p:nvSpPr>
        <p:spPr bwMode="auto">
          <a:xfrm>
            <a:off x="8460513" y="4304843"/>
            <a:ext cx="3610267" cy="350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Q&amp;A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互动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4" name="îśḻídè"/>
          <p:cNvSpPr txBox="1"/>
          <p:nvPr/>
        </p:nvSpPr>
        <p:spPr bwMode="auto">
          <a:xfrm>
            <a:off x="659064" y="931718"/>
            <a:ext cx="2587770" cy="65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content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5" name="文本框 1"/>
          <p:cNvSpPr txBox="1"/>
          <p:nvPr/>
        </p:nvSpPr>
        <p:spPr>
          <a:xfrm>
            <a:off x="587648" y="428190"/>
            <a:ext cx="1439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目录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07438" y="171919"/>
            <a:ext cx="670385" cy="604428"/>
            <a:chOff x="5424755" y="1340768"/>
            <a:chExt cx="670560" cy="60458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6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15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3" name="Freeform 126"/>
          <p:cNvSpPr>
            <a:spLocks noChangeAspect="1" noEditPoints="1"/>
          </p:cNvSpPr>
          <p:nvPr/>
        </p:nvSpPr>
        <p:spPr bwMode="auto">
          <a:xfrm>
            <a:off x="611535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8327438" y="2014366"/>
            <a:ext cx="3261113" cy="3246673"/>
            <a:chOff x="4176708" y="2023031"/>
            <a:chExt cx="3838586" cy="3821589"/>
          </a:xfrm>
        </p:grpSpPr>
        <p:sp>
          <p:nvSpPr>
            <p:cNvPr id="23" name="任意多边形 18"/>
            <p:cNvSpPr/>
            <p:nvPr/>
          </p:nvSpPr>
          <p:spPr bwMode="auto">
            <a:xfrm>
              <a:off x="6834363" y="3952240"/>
              <a:ext cx="168167" cy="85367"/>
            </a:xfrm>
            <a:custGeom>
              <a:avLst/>
              <a:gdLst>
                <a:gd name="connsiteX0" fmla="*/ 6747 w 168167"/>
                <a:gd name="connsiteY0" fmla="*/ 0 h 85367"/>
                <a:gd name="connsiteX1" fmla="*/ 163674 w 168167"/>
                <a:gd name="connsiteY1" fmla="*/ 0 h 85367"/>
                <a:gd name="connsiteX2" fmla="*/ 168167 w 168167"/>
                <a:gd name="connsiteY2" fmla="*/ 85367 h 85367"/>
                <a:gd name="connsiteX3" fmla="*/ 0 w 168167"/>
                <a:gd name="connsiteY3" fmla="*/ 85367 h 8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67" h="85367">
                  <a:moveTo>
                    <a:pt x="6747" y="0"/>
                  </a:moveTo>
                  <a:cubicBezTo>
                    <a:pt x="163674" y="0"/>
                    <a:pt x="163674" y="0"/>
                    <a:pt x="163674" y="0"/>
                  </a:cubicBezTo>
                  <a:lnTo>
                    <a:pt x="168167" y="85367"/>
                  </a:lnTo>
                  <a:lnTo>
                    <a:pt x="0" y="85367"/>
                  </a:lnTo>
                  <a:close/>
                </a:path>
              </a:pathLst>
            </a:custGeom>
            <a:solidFill>
              <a:srgbClr val="CF3C27"/>
            </a:solidFill>
            <a:ln w="23813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7"/>
            <p:cNvSpPr/>
            <p:nvPr/>
          </p:nvSpPr>
          <p:spPr bwMode="auto">
            <a:xfrm>
              <a:off x="4379261" y="2023031"/>
              <a:ext cx="1978784" cy="1725239"/>
            </a:xfrm>
            <a:custGeom>
              <a:avLst/>
              <a:gdLst>
                <a:gd name="T0" fmla="*/ 796 w 833"/>
                <a:gd name="T1" fmla="*/ 446 h 726"/>
                <a:gd name="T2" fmla="*/ 682 w 833"/>
                <a:gd name="T3" fmla="*/ 464 h 726"/>
                <a:gd name="T4" fmla="*/ 450 w 833"/>
                <a:gd name="T5" fmla="*/ 726 h 726"/>
                <a:gd name="T6" fmla="*/ 450 w 833"/>
                <a:gd name="T7" fmla="*/ 726 h 726"/>
                <a:gd name="T8" fmla="*/ 1 w 833"/>
                <a:gd name="T9" fmla="*/ 726 h 726"/>
                <a:gd name="T10" fmla="*/ 0 w 833"/>
                <a:gd name="T11" fmla="*/ 726 h 726"/>
                <a:gd name="T12" fmla="*/ 539 w 833"/>
                <a:gd name="T13" fmla="*/ 43 h 726"/>
                <a:gd name="T14" fmla="*/ 794 w 833"/>
                <a:gd name="T15" fmla="*/ 0 h 726"/>
                <a:gd name="T16" fmla="*/ 827 w 833"/>
                <a:gd name="T17" fmla="*/ 1 h 726"/>
                <a:gd name="T18" fmla="*/ 827 w 833"/>
                <a:gd name="T19" fmla="*/ 445 h 726"/>
                <a:gd name="T20" fmla="*/ 814 w 833"/>
                <a:gd name="T21" fmla="*/ 446 h 726"/>
                <a:gd name="T22" fmla="*/ 796 w 833"/>
                <a:gd name="T23" fmla="*/ 446 h 7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33" h="726">
                  <a:moveTo>
                    <a:pt x="796" y="446"/>
                  </a:moveTo>
                  <a:cubicBezTo>
                    <a:pt x="758" y="446"/>
                    <a:pt x="720" y="452"/>
                    <a:pt x="682" y="464"/>
                  </a:cubicBezTo>
                  <a:cubicBezTo>
                    <a:pt x="559" y="506"/>
                    <a:pt x="475" y="608"/>
                    <a:pt x="450" y="726"/>
                  </a:cubicBezTo>
                  <a:cubicBezTo>
                    <a:pt x="450" y="726"/>
                    <a:pt x="450" y="726"/>
                    <a:pt x="450" y="726"/>
                  </a:cubicBezTo>
                  <a:cubicBezTo>
                    <a:pt x="1" y="726"/>
                    <a:pt x="1" y="726"/>
                    <a:pt x="1" y="726"/>
                  </a:cubicBezTo>
                  <a:cubicBezTo>
                    <a:pt x="0" y="726"/>
                    <a:pt x="0" y="726"/>
                    <a:pt x="0" y="726"/>
                  </a:cubicBezTo>
                  <a:cubicBezTo>
                    <a:pt x="28" y="421"/>
                    <a:pt x="231" y="147"/>
                    <a:pt x="539" y="43"/>
                  </a:cubicBezTo>
                  <a:cubicBezTo>
                    <a:pt x="623" y="14"/>
                    <a:pt x="709" y="0"/>
                    <a:pt x="794" y="0"/>
                  </a:cubicBezTo>
                  <a:cubicBezTo>
                    <a:pt x="797" y="0"/>
                    <a:pt x="828" y="0"/>
                    <a:pt x="827" y="1"/>
                  </a:cubicBezTo>
                  <a:cubicBezTo>
                    <a:pt x="827" y="445"/>
                    <a:pt x="827" y="445"/>
                    <a:pt x="827" y="445"/>
                  </a:cubicBezTo>
                  <a:cubicBezTo>
                    <a:pt x="833" y="445"/>
                    <a:pt x="808" y="445"/>
                    <a:pt x="814" y="446"/>
                  </a:cubicBezTo>
                  <a:cubicBezTo>
                    <a:pt x="796" y="446"/>
                    <a:pt x="796" y="446"/>
                    <a:pt x="796" y="446"/>
                  </a:cubicBezTo>
                  <a:close/>
                </a:path>
              </a:pathLst>
            </a:custGeom>
            <a:solidFill>
              <a:srgbClr val="CF3C27"/>
            </a:solidFill>
            <a:ln w="23813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任意多边形 20"/>
            <p:cNvSpPr/>
            <p:nvPr/>
          </p:nvSpPr>
          <p:spPr bwMode="auto">
            <a:xfrm>
              <a:off x="4339972" y="3500639"/>
              <a:ext cx="1174315" cy="287731"/>
            </a:xfrm>
            <a:custGeom>
              <a:avLst/>
              <a:gdLst>
                <a:gd name="connsiteX0" fmla="*/ 1174010 w 1174315"/>
                <a:gd name="connsiteY0" fmla="*/ 141172 h 287731"/>
                <a:gd name="connsiteX1" fmla="*/ 1174315 w 1174315"/>
                <a:gd name="connsiteY1" fmla="*/ 141259 h 287731"/>
                <a:gd name="connsiteX2" fmla="*/ 1173196 w 1174315"/>
                <a:gd name="connsiteY2" fmla="*/ 143012 h 287731"/>
                <a:gd name="connsiteX3" fmla="*/ 46747 w 1174315"/>
                <a:gd name="connsiteY3" fmla="*/ 0 h 287731"/>
                <a:gd name="connsiteX4" fmla="*/ 64332 w 1174315"/>
                <a:gd name="connsiteY4" fmla="*/ 0 h 287731"/>
                <a:gd name="connsiteX5" fmla="*/ 1170420 w 1174315"/>
                <a:gd name="connsiteY5" fmla="*/ 147364 h 287731"/>
                <a:gd name="connsiteX6" fmla="*/ 1173196 w 1174315"/>
                <a:gd name="connsiteY6" fmla="*/ 143012 h 287731"/>
                <a:gd name="connsiteX7" fmla="*/ 1154831 w 1174315"/>
                <a:gd name="connsiteY7" fmla="*/ 184564 h 287731"/>
                <a:gd name="connsiteX8" fmla="*/ 1124588 w 1174315"/>
                <a:gd name="connsiteY8" fmla="*/ 287731 h 287731"/>
                <a:gd name="connsiteX9" fmla="*/ 2500 w 1174315"/>
                <a:gd name="connsiteY9" fmla="*/ 287731 h 287731"/>
                <a:gd name="connsiteX10" fmla="*/ 0 w 1174315"/>
                <a:gd name="connsiteY10" fmla="*/ 287731 h 287731"/>
                <a:gd name="connsiteX11" fmla="*/ 33927 w 1174315"/>
                <a:gd name="connsiteY11" fmla="*/ 50753 h 28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4315" h="287731">
                  <a:moveTo>
                    <a:pt x="1174010" y="141172"/>
                  </a:moveTo>
                  <a:lnTo>
                    <a:pt x="1174315" y="141259"/>
                  </a:lnTo>
                  <a:lnTo>
                    <a:pt x="1173196" y="143012"/>
                  </a:lnTo>
                  <a:close/>
                  <a:moveTo>
                    <a:pt x="46747" y="0"/>
                  </a:moveTo>
                  <a:lnTo>
                    <a:pt x="64332" y="0"/>
                  </a:lnTo>
                  <a:lnTo>
                    <a:pt x="1170420" y="147364"/>
                  </a:lnTo>
                  <a:lnTo>
                    <a:pt x="1173196" y="143012"/>
                  </a:lnTo>
                  <a:lnTo>
                    <a:pt x="1154831" y="184564"/>
                  </a:lnTo>
                  <a:cubicBezTo>
                    <a:pt x="1142512" y="218223"/>
                    <a:pt x="1132398" y="252680"/>
                    <a:pt x="1124588" y="287731"/>
                  </a:cubicBezTo>
                  <a:lnTo>
                    <a:pt x="2500" y="287731"/>
                  </a:lnTo>
                  <a:lnTo>
                    <a:pt x="0" y="287731"/>
                  </a:lnTo>
                  <a:cubicBezTo>
                    <a:pt x="7654" y="208457"/>
                    <a:pt x="18739" y="129171"/>
                    <a:pt x="33927" y="5075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632017"/>
                </a:gs>
                <a:gs pos="100000">
                  <a:srgbClr val="CF3C27"/>
                </a:gs>
              </a:gsLst>
              <a:lin ang="16800000" scaled="0"/>
              <a:tileRect/>
            </a:gra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4176708" y="3653367"/>
              <a:ext cx="1961624" cy="2094970"/>
              <a:chOff x="4176708" y="3653367"/>
              <a:chExt cx="1961624" cy="2094970"/>
            </a:xfrm>
          </p:grpSpPr>
          <p:sp>
            <p:nvSpPr>
              <p:cNvPr id="52" name="Freeform 12"/>
              <p:cNvSpPr/>
              <p:nvPr/>
            </p:nvSpPr>
            <p:spPr bwMode="auto">
              <a:xfrm>
                <a:off x="4176708" y="3653367"/>
                <a:ext cx="1932041" cy="2048190"/>
              </a:xfrm>
              <a:custGeom>
                <a:avLst/>
                <a:gdLst>
                  <a:gd name="T0" fmla="*/ 455 w 813"/>
                  <a:gd name="T1" fmla="*/ 46 h 862"/>
                  <a:gd name="T2" fmla="*/ 474 w 813"/>
                  <a:gd name="T3" fmla="*/ 163 h 862"/>
                  <a:gd name="T4" fmla="*/ 813 w 813"/>
                  <a:gd name="T5" fmla="*/ 407 h 862"/>
                  <a:gd name="T6" fmla="*/ 813 w 813"/>
                  <a:gd name="T7" fmla="*/ 862 h 862"/>
                  <a:gd name="T8" fmla="*/ 0 w 813"/>
                  <a:gd name="T9" fmla="*/ 48 h 862"/>
                  <a:gd name="T10" fmla="*/ 0 w 813"/>
                  <a:gd name="T11" fmla="*/ 0 h 862"/>
                  <a:gd name="T12" fmla="*/ 455 w 813"/>
                  <a:gd name="T13" fmla="*/ 0 h 862"/>
                  <a:gd name="T14" fmla="*/ 455 w 813"/>
                  <a:gd name="T15" fmla="*/ 46 h 8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13" h="862">
                    <a:moveTo>
                      <a:pt x="455" y="46"/>
                    </a:moveTo>
                    <a:cubicBezTo>
                      <a:pt x="455" y="85"/>
                      <a:pt x="461" y="124"/>
                      <a:pt x="474" y="163"/>
                    </a:cubicBezTo>
                    <a:cubicBezTo>
                      <a:pt x="524" y="312"/>
                      <a:pt x="664" y="407"/>
                      <a:pt x="813" y="407"/>
                    </a:cubicBezTo>
                    <a:cubicBezTo>
                      <a:pt x="813" y="862"/>
                      <a:pt x="813" y="862"/>
                      <a:pt x="813" y="862"/>
                    </a:cubicBezTo>
                    <a:cubicBezTo>
                      <a:pt x="397" y="861"/>
                      <a:pt x="10" y="451"/>
                      <a:pt x="0" y="4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55" y="0"/>
                      <a:pt x="455" y="0"/>
                      <a:pt x="455" y="0"/>
                    </a:cubicBezTo>
                    <a:cubicBezTo>
                      <a:pt x="455" y="46"/>
                      <a:pt x="455" y="46"/>
                      <a:pt x="455" y="46"/>
                    </a:cubicBezTo>
                    <a:close/>
                  </a:path>
                </a:pathLst>
              </a:custGeom>
              <a:solidFill>
                <a:srgbClr val="1C50A2"/>
              </a:solidFill>
              <a:ln w="23813" cap="flat">
                <a:noFill/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 48"/>
              <p:cNvSpPr/>
              <p:nvPr/>
            </p:nvSpPr>
            <p:spPr bwMode="auto">
              <a:xfrm rot="5400000" flipH="1" flipV="1">
                <a:off x="5361872" y="4971876"/>
                <a:ext cx="1182854" cy="370067"/>
              </a:xfrm>
              <a:custGeom>
                <a:avLst/>
                <a:gdLst>
                  <a:gd name="connsiteX0" fmla="*/ 1174010 w 1174315"/>
                  <a:gd name="connsiteY0" fmla="*/ 141172 h 287731"/>
                  <a:gd name="connsiteX1" fmla="*/ 1174315 w 1174315"/>
                  <a:gd name="connsiteY1" fmla="*/ 141259 h 287731"/>
                  <a:gd name="connsiteX2" fmla="*/ 1173196 w 1174315"/>
                  <a:gd name="connsiteY2" fmla="*/ 143012 h 287731"/>
                  <a:gd name="connsiteX3" fmla="*/ 46747 w 1174315"/>
                  <a:gd name="connsiteY3" fmla="*/ 0 h 287731"/>
                  <a:gd name="connsiteX4" fmla="*/ 64332 w 1174315"/>
                  <a:gd name="connsiteY4" fmla="*/ 0 h 287731"/>
                  <a:gd name="connsiteX5" fmla="*/ 1170420 w 1174315"/>
                  <a:gd name="connsiteY5" fmla="*/ 147364 h 287731"/>
                  <a:gd name="connsiteX6" fmla="*/ 1173196 w 1174315"/>
                  <a:gd name="connsiteY6" fmla="*/ 143012 h 287731"/>
                  <a:gd name="connsiteX7" fmla="*/ 1154831 w 1174315"/>
                  <a:gd name="connsiteY7" fmla="*/ 184564 h 287731"/>
                  <a:gd name="connsiteX8" fmla="*/ 1124588 w 1174315"/>
                  <a:gd name="connsiteY8" fmla="*/ 287731 h 287731"/>
                  <a:gd name="connsiteX9" fmla="*/ 2500 w 1174315"/>
                  <a:gd name="connsiteY9" fmla="*/ 287731 h 287731"/>
                  <a:gd name="connsiteX10" fmla="*/ 0 w 1174315"/>
                  <a:gd name="connsiteY10" fmla="*/ 287731 h 287731"/>
                  <a:gd name="connsiteX11" fmla="*/ 33927 w 1174315"/>
                  <a:gd name="connsiteY11" fmla="*/ 50753 h 287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74315" h="287731">
                    <a:moveTo>
                      <a:pt x="1174010" y="141172"/>
                    </a:moveTo>
                    <a:lnTo>
                      <a:pt x="1174315" y="141259"/>
                    </a:lnTo>
                    <a:lnTo>
                      <a:pt x="1173196" y="143012"/>
                    </a:lnTo>
                    <a:close/>
                    <a:moveTo>
                      <a:pt x="46747" y="0"/>
                    </a:moveTo>
                    <a:lnTo>
                      <a:pt x="64332" y="0"/>
                    </a:lnTo>
                    <a:lnTo>
                      <a:pt x="1170420" y="147364"/>
                    </a:lnTo>
                    <a:lnTo>
                      <a:pt x="1173196" y="143012"/>
                    </a:lnTo>
                    <a:lnTo>
                      <a:pt x="1154831" y="184564"/>
                    </a:lnTo>
                    <a:cubicBezTo>
                      <a:pt x="1142512" y="218223"/>
                      <a:pt x="1132398" y="252680"/>
                      <a:pt x="1124588" y="287731"/>
                    </a:cubicBezTo>
                    <a:lnTo>
                      <a:pt x="2500" y="287731"/>
                    </a:lnTo>
                    <a:lnTo>
                      <a:pt x="0" y="287731"/>
                    </a:lnTo>
                    <a:cubicBezTo>
                      <a:pt x="7654" y="208457"/>
                      <a:pt x="18739" y="129171"/>
                      <a:pt x="33927" y="50753"/>
                    </a:cubicBezTo>
                    <a:close/>
                  </a:path>
                </a:pathLst>
              </a:custGeom>
              <a:solidFill>
                <a:srgbClr val="1C50A2"/>
              </a:solidFill>
              <a:ln>
                <a:noFill/>
              </a:ln>
              <a:effectLst>
                <a:softEdge rad="381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27" name="任意多边形 22"/>
            <p:cNvSpPr/>
            <p:nvPr/>
          </p:nvSpPr>
          <p:spPr bwMode="auto">
            <a:xfrm>
              <a:off x="5972770" y="4037607"/>
              <a:ext cx="1923542" cy="1807013"/>
            </a:xfrm>
            <a:custGeom>
              <a:avLst/>
              <a:gdLst>
                <a:gd name="connsiteX0" fmla="*/ 861106 w 1923542"/>
                <a:gd name="connsiteY0" fmla="*/ 0 h 1807013"/>
                <a:gd name="connsiteX1" fmla="*/ 1029273 w 1923542"/>
                <a:gd name="connsiteY1" fmla="*/ 0 h 1807013"/>
                <a:gd name="connsiteX2" fmla="*/ 1029535 w 1923542"/>
                <a:gd name="connsiteY2" fmla="*/ 4973 h 1807013"/>
                <a:gd name="connsiteX3" fmla="*/ 1923542 w 1923542"/>
                <a:gd name="connsiteY3" fmla="*/ 4973 h 1807013"/>
                <a:gd name="connsiteX4" fmla="*/ 33288 w 1923542"/>
                <a:gd name="connsiteY4" fmla="*/ 1807013 h 1807013"/>
                <a:gd name="connsiteX5" fmla="*/ 0 w 1923542"/>
                <a:gd name="connsiteY5" fmla="*/ 1807013 h 1807013"/>
                <a:gd name="connsiteX6" fmla="*/ 0 w 1923542"/>
                <a:gd name="connsiteY6" fmla="*/ 749087 h 1807013"/>
                <a:gd name="connsiteX7" fmla="*/ 28532 w 1923542"/>
                <a:gd name="connsiteY7" fmla="*/ 749087 h 1807013"/>
                <a:gd name="connsiteX8" fmla="*/ 299588 w 1923542"/>
                <a:gd name="connsiteY8" fmla="*/ 703917 h 1807013"/>
                <a:gd name="connsiteX9" fmla="*/ 857673 w 1923542"/>
                <a:gd name="connsiteY9" fmla="*/ 43424 h 180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23542" h="1807013">
                  <a:moveTo>
                    <a:pt x="861106" y="0"/>
                  </a:moveTo>
                  <a:lnTo>
                    <a:pt x="1029273" y="0"/>
                  </a:lnTo>
                  <a:lnTo>
                    <a:pt x="1029535" y="4973"/>
                  </a:lnTo>
                  <a:cubicBezTo>
                    <a:pt x="1923542" y="4973"/>
                    <a:pt x="1923542" y="4973"/>
                    <a:pt x="1923542" y="4973"/>
                  </a:cubicBezTo>
                  <a:cubicBezTo>
                    <a:pt x="1875989" y="1012974"/>
                    <a:pt x="1041423" y="1807013"/>
                    <a:pt x="33288" y="1807013"/>
                  </a:cubicBezTo>
                  <a:cubicBezTo>
                    <a:pt x="0" y="1807013"/>
                    <a:pt x="0" y="1807013"/>
                    <a:pt x="0" y="1807013"/>
                  </a:cubicBezTo>
                  <a:cubicBezTo>
                    <a:pt x="0" y="749087"/>
                    <a:pt x="0" y="749087"/>
                    <a:pt x="0" y="749087"/>
                  </a:cubicBezTo>
                  <a:cubicBezTo>
                    <a:pt x="28532" y="749087"/>
                    <a:pt x="28532" y="749087"/>
                    <a:pt x="28532" y="749087"/>
                  </a:cubicBezTo>
                  <a:cubicBezTo>
                    <a:pt x="118884" y="749087"/>
                    <a:pt x="209236" y="734823"/>
                    <a:pt x="299588" y="703917"/>
                  </a:cubicBezTo>
                  <a:cubicBezTo>
                    <a:pt x="603336" y="601988"/>
                    <a:pt x="810603" y="339884"/>
                    <a:pt x="857673" y="43424"/>
                  </a:cubicBezTo>
                  <a:close/>
                </a:path>
              </a:pathLst>
            </a:custGeom>
            <a:solidFill>
              <a:srgbClr val="CF3C27"/>
            </a:solidFill>
            <a:ln w="23813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8" name="任意多边形 23"/>
            <p:cNvSpPr/>
            <p:nvPr/>
          </p:nvSpPr>
          <p:spPr bwMode="auto">
            <a:xfrm flipH="1" flipV="1">
              <a:off x="6777310" y="3916665"/>
              <a:ext cx="1179239" cy="287731"/>
            </a:xfrm>
            <a:custGeom>
              <a:avLst/>
              <a:gdLst>
                <a:gd name="connsiteX0" fmla="*/ 1174010 w 1174315"/>
                <a:gd name="connsiteY0" fmla="*/ 141172 h 287731"/>
                <a:gd name="connsiteX1" fmla="*/ 1174315 w 1174315"/>
                <a:gd name="connsiteY1" fmla="*/ 141259 h 287731"/>
                <a:gd name="connsiteX2" fmla="*/ 1173196 w 1174315"/>
                <a:gd name="connsiteY2" fmla="*/ 143012 h 287731"/>
                <a:gd name="connsiteX3" fmla="*/ 46747 w 1174315"/>
                <a:gd name="connsiteY3" fmla="*/ 0 h 287731"/>
                <a:gd name="connsiteX4" fmla="*/ 64332 w 1174315"/>
                <a:gd name="connsiteY4" fmla="*/ 0 h 287731"/>
                <a:gd name="connsiteX5" fmla="*/ 1170420 w 1174315"/>
                <a:gd name="connsiteY5" fmla="*/ 147364 h 287731"/>
                <a:gd name="connsiteX6" fmla="*/ 1173196 w 1174315"/>
                <a:gd name="connsiteY6" fmla="*/ 143012 h 287731"/>
                <a:gd name="connsiteX7" fmla="*/ 1154831 w 1174315"/>
                <a:gd name="connsiteY7" fmla="*/ 184564 h 287731"/>
                <a:gd name="connsiteX8" fmla="*/ 1124588 w 1174315"/>
                <a:gd name="connsiteY8" fmla="*/ 287731 h 287731"/>
                <a:gd name="connsiteX9" fmla="*/ 2500 w 1174315"/>
                <a:gd name="connsiteY9" fmla="*/ 287731 h 287731"/>
                <a:gd name="connsiteX10" fmla="*/ 0 w 1174315"/>
                <a:gd name="connsiteY10" fmla="*/ 287731 h 287731"/>
                <a:gd name="connsiteX11" fmla="*/ 33927 w 1174315"/>
                <a:gd name="connsiteY11" fmla="*/ 50753 h 28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4315" h="287731">
                  <a:moveTo>
                    <a:pt x="1174010" y="141172"/>
                  </a:moveTo>
                  <a:lnTo>
                    <a:pt x="1174315" y="141259"/>
                  </a:lnTo>
                  <a:lnTo>
                    <a:pt x="1173196" y="143012"/>
                  </a:lnTo>
                  <a:close/>
                  <a:moveTo>
                    <a:pt x="46747" y="0"/>
                  </a:moveTo>
                  <a:lnTo>
                    <a:pt x="64332" y="0"/>
                  </a:lnTo>
                  <a:lnTo>
                    <a:pt x="1170420" y="147364"/>
                  </a:lnTo>
                  <a:lnTo>
                    <a:pt x="1173196" y="143012"/>
                  </a:lnTo>
                  <a:lnTo>
                    <a:pt x="1154831" y="184564"/>
                  </a:lnTo>
                  <a:cubicBezTo>
                    <a:pt x="1142512" y="218223"/>
                    <a:pt x="1132398" y="252680"/>
                    <a:pt x="1124588" y="287731"/>
                  </a:cubicBezTo>
                  <a:lnTo>
                    <a:pt x="2500" y="287731"/>
                  </a:lnTo>
                  <a:lnTo>
                    <a:pt x="0" y="287731"/>
                  </a:lnTo>
                  <a:cubicBezTo>
                    <a:pt x="7654" y="208457"/>
                    <a:pt x="18739" y="129171"/>
                    <a:pt x="33927" y="5075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632017"/>
                </a:gs>
                <a:gs pos="100000">
                  <a:srgbClr val="CF3C27"/>
                </a:gs>
              </a:gsLst>
              <a:lin ang="16800000" scaled="0"/>
              <a:tileRect/>
            </a:gra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6238297" y="2188168"/>
              <a:ext cx="1776997" cy="1854724"/>
              <a:chOff x="6238297" y="2188168"/>
              <a:chExt cx="1776997" cy="1854724"/>
            </a:xfrm>
          </p:grpSpPr>
          <p:sp>
            <p:nvSpPr>
              <p:cNvPr id="50" name="Freeform 5"/>
              <p:cNvSpPr/>
              <p:nvPr/>
            </p:nvSpPr>
            <p:spPr bwMode="auto">
              <a:xfrm>
                <a:off x="6273058" y="2232666"/>
                <a:ext cx="1742236" cy="1810226"/>
              </a:xfrm>
              <a:custGeom>
                <a:avLst/>
                <a:gdLst>
                  <a:gd name="T0" fmla="*/ 307 w 733"/>
                  <a:gd name="T1" fmla="*/ 762 h 762"/>
                  <a:gd name="T2" fmla="*/ 289 w 733"/>
                  <a:gd name="T3" fmla="*/ 653 h 762"/>
                  <a:gd name="T4" fmla="*/ 0 w 733"/>
                  <a:gd name="T5" fmla="*/ 424 h 762"/>
                  <a:gd name="T6" fmla="*/ 0 w 733"/>
                  <a:gd name="T7" fmla="*/ 0 h 762"/>
                  <a:gd name="T8" fmla="*/ 733 w 733"/>
                  <a:gd name="T9" fmla="*/ 761 h 762"/>
                  <a:gd name="T10" fmla="*/ 733 w 733"/>
                  <a:gd name="T11" fmla="*/ 762 h 762"/>
                  <a:gd name="T12" fmla="*/ 307 w 733"/>
                  <a:gd name="T13" fmla="*/ 762 h 762"/>
                  <a:gd name="T14" fmla="*/ 307 w 733"/>
                  <a:gd name="T15" fmla="*/ 762 h 7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33" h="762">
                    <a:moveTo>
                      <a:pt x="307" y="762"/>
                    </a:moveTo>
                    <a:cubicBezTo>
                      <a:pt x="307" y="726"/>
                      <a:pt x="301" y="689"/>
                      <a:pt x="289" y="653"/>
                    </a:cubicBezTo>
                    <a:cubicBezTo>
                      <a:pt x="241" y="513"/>
                      <a:pt x="140" y="425"/>
                      <a:pt x="0" y="4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65" y="0"/>
                      <a:pt x="733" y="393"/>
                      <a:pt x="733" y="761"/>
                    </a:cubicBezTo>
                    <a:cubicBezTo>
                      <a:pt x="733" y="762"/>
                      <a:pt x="733" y="762"/>
                      <a:pt x="733" y="762"/>
                    </a:cubicBezTo>
                    <a:cubicBezTo>
                      <a:pt x="307" y="762"/>
                      <a:pt x="307" y="762"/>
                      <a:pt x="307" y="762"/>
                    </a:cubicBezTo>
                    <a:cubicBezTo>
                      <a:pt x="307" y="762"/>
                      <a:pt x="307" y="762"/>
                      <a:pt x="307" y="762"/>
                    </a:cubicBezTo>
                    <a:close/>
                  </a:path>
                </a:pathLst>
              </a:custGeom>
              <a:solidFill>
                <a:srgbClr val="1C50A2"/>
              </a:solidFill>
              <a:ln w="23813" cap="flat">
                <a:noFill/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 46"/>
              <p:cNvSpPr/>
              <p:nvPr/>
            </p:nvSpPr>
            <p:spPr bwMode="auto">
              <a:xfrm rot="5400000">
                <a:off x="5826040" y="2600425"/>
                <a:ext cx="1112245" cy="287731"/>
              </a:xfrm>
              <a:custGeom>
                <a:avLst/>
                <a:gdLst>
                  <a:gd name="connsiteX0" fmla="*/ 1174010 w 1174315"/>
                  <a:gd name="connsiteY0" fmla="*/ 141172 h 287731"/>
                  <a:gd name="connsiteX1" fmla="*/ 1174315 w 1174315"/>
                  <a:gd name="connsiteY1" fmla="*/ 141259 h 287731"/>
                  <a:gd name="connsiteX2" fmla="*/ 1173196 w 1174315"/>
                  <a:gd name="connsiteY2" fmla="*/ 143012 h 287731"/>
                  <a:gd name="connsiteX3" fmla="*/ 46747 w 1174315"/>
                  <a:gd name="connsiteY3" fmla="*/ 0 h 287731"/>
                  <a:gd name="connsiteX4" fmla="*/ 64332 w 1174315"/>
                  <a:gd name="connsiteY4" fmla="*/ 0 h 287731"/>
                  <a:gd name="connsiteX5" fmla="*/ 1170420 w 1174315"/>
                  <a:gd name="connsiteY5" fmla="*/ 147364 h 287731"/>
                  <a:gd name="connsiteX6" fmla="*/ 1173196 w 1174315"/>
                  <a:gd name="connsiteY6" fmla="*/ 143012 h 287731"/>
                  <a:gd name="connsiteX7" fmla="*/ 1154831 w 1174315"/>
                  <a:gd name="connsiteY7" fmla="*/ 184564 h 287731"/>
                  <a:gd name="connsiteX8" fmla="*/ 1124588 w 1174315"/>
                  <a:gd name="connsiteY8" fmla="*/ 287731 h 287731"/>
                  <a:gd name="connsiteX9" fmla="*/ 2500 w 1174315"/>
                  <a:gd name="connsiteY9" fmla="*/ 287731 h 287731"/>
                  <a:gd name="connsiteX10" fmla="*/ 0 w 1174315"/>
                  <a:gd name="connsiteY10" fmla="*/ 287731 h 287731"/>
                  <a:gd name="connsiteX11" fmla="*/ 33927 w 1174315"/>
                  <a:gd name="connsiteY11" fmla="*/ 50753 h 287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74315" h="287731">
                    <a:moveTo>
                      <a:pt x="1174010" y="141172"/>
                    </a:moveTo>
                    <a:lnTo>
                      <a:pt x="1174315" y="141259"/>
                    </a:lnTo>
                    <a:lnTo>
                      <a:pt x="1173196" y="143012"/>
                    </a:lnTo>
                    <a:close/>
                    <a:moveTo>
                      <a:pt x="46747" y="0"/>
                    </a:moveTo>
                    <a:lnTo>
                      <a:pt x="64332" y="0"/>
                    </a:lnTo>
                    <a:lnTo>
                      <a:pt x="1170420" y="147364"/>
                    </a:lnTo>
                    <a:lnTo>
                      <a:pt x="1173196" y="143012"/>
                    </a:lnTo>
                    <a:lnTo>
                      <a:pt x="1154831" y="184564"/>
                    </a:lnTo>
                    <a:cubicBezTo>
                      <a:pt x="1142512" y="218223"/>
                      <a:pt x="1132398" y="252680"/>
                      <a:pt x="1124588" y="287731"/>
                    </a:cubicBezTo>
                    <a:lnTo>
                      <a:pt x="2500" y="287731"/>
                    </a:lnTo>
                    <a:lnTo>
                      <a:pt x="0" y="287731"/>
                    </a:lnTo>
                    <a:cubicBezTo>
                      <a:pt x="7654" y="208457"/>
                      <a:pt x="18739" y="129171"/>
                      <a:pt x="33927" y="50753"/>
                    </a:cubicBezTo>
                    <a:close/>
                  </a:path>
                </a:pathLst>
              </a:custGeom>
              <a:solidFill>
                <a:srgbClr val="1C50A2"/>
              </a:solidFill>
              <a:ln>
                <a:noFill/>
              </a:ln>
              <a:effectLst>
                <a:softEdge rad="381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0" name="Freeform 7"/>
            <p:cNvSpPr/>
            <p:nvPr/>
          </p:nvSpPr>
          <p:spPr bwMode="auto">
            <a:xfrm>
              <a:off x="4498729" y="2025446"/>
              <a:ext cx="1846059" cy="1388359"/>
            </a:xfrm>
            <a:custGeom>
              <a:avLst/>
              <a:gdLst>
                <a:gd name="T0" fmla="*/ 796 w 833"/>
                <a:gd name="T1" fmla="*/ 446 h 726"/>
                <a:gd name="T2" fmla="*/ 682 w 833"/>
                <a:gd name="T3" fmla="*/ 464 h 726"/>
                <a:gd name="T4" fmla="*/ 450 w 833"/>
                <a:gd name="T5" fmla="*/ 726 h 726"/>
                <a:gd name="T6" fmla="*/ 450 w 833"/>
                <a:gd name="T7" fmla="*/ 726 h 726"/>
                <a:gd name="T8" fmla="*/ 1 w 833"/>
                <a:gd name="T9" fmla="*/ 726 h 726"/>
                <a:gd name="T10" fmla="*/ 0 w 833"/>
                <a:gd name="T11" fmla="*/ 726 h 726"/>
                <a:gd name="T12" fmla="*/ 539 w 833"/>
                <a:gd name="T13" fmla="*/ 43 h 726"/>
                <a:gd name="T14" fmla="*/ 794 w 833"/>
                <a:gd name="T15" fmla="*/ 0 h 726"/>
                <a:gd name="T16" fmla="*/ 827 w 833"/>
                <a:gd name="T17" fmla="*/ 1 h 726"/>
                <a:gd name="T18" fmla="*/ 827 w 833"/>
                <a:gd name="T19" fmla="*/ 445 h 726"/>
                <a:gd name="T20" fmla="*/ 814 w 833"/>
                <a:gd name="T21" fmla="*/ 446 h 726"/>
                <a:gd name="T22" fmla="*/ 796 w 833"/>
                <a:gd name="T23" fmla="*/ 446 h 726"/>
                <a:gd name="connsiteX0" fmla="*/ 9965 w 10348"/>
                <a:gd name="connsiteY0" fmla="*/ 6143 h 10079"/>
                <a:gd name="connsiteX1" fmla="*/ 8596 w 10348"/>
                <a:gd name="connsiteY1" fmla="*/ 6391 h 10079"/>
                <a:gd name="connsiteX2" fmla="*/ 5811 w 10348"/>
                <a:gd name="connsiteY2" fmla="*/ 10000 h 10079"/>
                <a:gd name="connsiteX3" fmla="*/ 6064 w 10348"/>
                <a:gd name="connsiteY3" fmla="*/ 8979 h 10079"/>
                <a:gd name="connsiteX4" fmla="*/ 421 w 10348"/>
                <a:gd name="connsiteY4" fmla="*/ 10000 h 10079"/>
                <a:gd name="connsiteX5" fmla="*/ 409 w 10348"/>
                <a:gd name="connsiteY5" fmla="*/ 10000 h 10079"/>
                <a:gd name="connsiteX6" fmla="*/ 6880 w 10348"/>
                <a:gd name="connsiteY6" fmla="*/ 592 h 10079"/>
                <a:gd name="connsiteX7" fmla="*/ 9941 w 10348"/>
                <a:gd name="connsiteY7" fmla="*/ 0 h 10079"/>
                <a:gd name="connsiteX8" fmla="*/ 10337 w 10348"/>
                <a:gd name="connsiteY8" fmla="*/ 14 h 10079"/>
                <a:gd name="connsiteX9" fmla="*/ 10337 w 10348"/>
                <a:gd name="connsiteY9" fmla="*/ 6129 h 10079"/>
                <a:gd name="connsiteX10" fmla="*/ 10181 w 10348"/>
                <a:gd name="connsiteY10" fmla="*/ 6143 h 10079"/>
                <a:gd name="connsiteX11" fmla="*/ 9965 w 10348"/>
                <a:gd name="connsiteY11" fmla="*/ 6143 h 10079"/>
                <a:gd name="connsiteX0-1" fmla="*/ 9768 w 10151"/>
                <a:gd name="connsiteY0-2" fmla="*/ 6316 h 10252"/>
                <a:gd name="connsiteX1-3" fmla="*/ 8399 w 10151"/>
                <a:gd name="connsiteY1-4" fmla="*/ 6564 h 10252"/>
                <a:gd name="connsiteX2-5" fmla="*/ 5614 w 10151"/>
                <a:gd name="connsiteY2-6" fmla="*/ 10173 h 10252"/>
                <a:gd name="connsiteX3-7" fmla="*/ 5867 w 10151"/>
                <a:gd name="connsiteY3-8" fmla="*/ 9152 h 10252"/>
                <a:gd name="connsiteX4-9" fmla="*/ 224 w 10151"/>
                <a:gd name="connsiteY4-10" fmla="*/ 10173 h 10252"/>
                <a:gd name="connsiteX5-11" fmla="*/ 1042 w 10151"/>
                <a:gd name="connsiteY5-12" fmla="*/ 7675 h 10252"/>
                <a:gd name="connsiteX6-13" fmla="*/ 6683 w 10151"/>
                <a:gd name="connsiteY6-14" fmla="*/ 765 h 10252"/>
                <a:gd name="connsiteX7-15" fmla="*/ 9744 w 10151"/>
                <a:gd name="connsiteY7-16" fmla="*/ 173 h 10252"/>
                <a:gd name="connsiteX8-17" fmla="*/ 10140 w 10151"/>
                <a:gd name="connsiteY8-18" fmla="*/ 187 h 10252"/>
                <a:gd name="connsiteX9-19" fmla="*/ 10140 w 10151"/>
                <a:gd name="connsiteY9-20" fmla="*/ 6302 h 10252"/>
                <a:gd name="connsiteX10-21" fmla="*/ 9984 w 10151"/>
                <a:gd name="connsiteY10-22" fmla="*/ 6316 h 10252"/>
                <a:gd name="connsiteX11-23" fmla="*/ 9768 w 10151"/>
                <a:gd name="connsiteY11-24" fmla="*/ 6316 h 10252"/>
                <a:gd name="connsiteX0-25" fmla="*/ 8730 w 9113"/>
                <a:gd name="connsiteY0-26" fmla="*/ 6316 h 10275"/>
                <a:gd name="connsiteX1-27" fmla="*/ 7361 w 9113"/>
                <a:gd name="connsiteY1-28" fmla="*/ 6564 h 10275"/>
                <a:gd name="connsiteX2-29" fmla="*/ 4576 w 9113"/>
                <a:gd name="connsiteY2-30" fmla="*/ 10173 h 10275"/>
                <a:gd name="connsiteX3-31" fmla="*/ 4829 w 9113"/>
                <a:gd name="connsiteY3-32" fmla="*/ 9152 h 10275"/>
                <a:gd name="connsiteX4-33" fmla="*/ 4 w 9113"/>
                <a:gd name="connsiteY4-34" fmla="*/ 7675 h 10275"/>
                <a:gd name="connsiteX5-35" fmla="*/ 5645 w 9113"/>
                <a:gd name="connsiteY5-36" fmla="*/ 765 h 10275"/>
                <a:gd name="connsiteX6-37" fmla="*/ 8706 w 9113"/>
                <a:gd name="connsiteY6-38" fmla="*/ 173 h 10275"/>
                <a:gd name="connsiteX7-39" fmla="*/ 9102 w 9113"/>
                <a:gd name="connsiteY7-40" fmla="*/ 187 h 10275"/>
                <a:gd name="connsiteX8-41" fmla="*/ 9102 w 9113"/>
                <a:gd name="connsiteY8-42" fmla="*/ 6302 h 10275"/>
                <a:gd name="connsiteX9-43" fmla="*/ 8946 w 9113"/>
                <a:gd name="connsiteY9-44" fmla="*/ 6316 h 10275"/>
                <a:gd name="connsiteX10-45" fmla="*/ 8730 w 9113"/>
                <a:gd name="connsiteY10-46" fmla="*/ 6316 h 10275"/>
                <a:gd name="connsiteX0-47" fmla="*/ 9642 w 10490"/>
                <a:gd name="connsiteY0-48" fmla="*/ 6518 h 10371"/>
                <a:gd name="connsiteX1-49" fmla="*/ 8139 w 10490"/>
                <a:gd name="connsiteY1-50" fmla="*/ 6759 h 10371"/>
                <a:gd name="connsiteX2-51" fmla="*/ 5083 w 10490"/>
                <a:gd name="connsiteY2-52" fmla="*/ 10272 h 10371"/>
                <a:gd name="connsiteX3-53" fmla="*/ 5361 w 10490"/>
                <a:gd name="connsiteY3-54" fmla="*/ 9278 h 10371"/>
                <a:gd name="connsiteX4-55" fmla="*/ 66 w 10490"/>
                <a:gd name="connsiteY4-56" fmla="*/ 7841 h 10371"/>
                <a:gd name="connsiteX5-57" fmla="*/ 9615 w 10490"/>
                <a:gd name="connsiteY5-58" fmla="*/ 539 h 10371"/>
                <a:gd name="connsiteX6-59" fmla="*/ 10050 w 10490"/>
                <a:gd name="connsiteY6-60" fmla="*/ 553 h 10371"/>
                <a:gd name="connsiteX7-61" fmla="*/ 10050 w 10490"/>
                <a:gd name="connsiteY7-62" fmla="*/ 6504 h 10371"/>
                <a:gd name="connsiteX8-63" fmla="*/ 9879 w 10490"/>
                <a:gd name="connsiteY8-64" fmla="*/ 6518 h 10371"/>
                <a:gd name="connsiteX9-65" fmla="*/ 9642 w 10490"/>
                <a:gd name="connsiteY9-66" fmla="*/ 6518 h 10371"/>
                <a:gd name="connsiteX0-67" fmla="*/ 9655 w 10075"/>
                <a:gd name="connsiteY0-68" fmla="*/ 5965 h 9818"/>
                <a:gd name="connsiteX1-69" fmla="*/ 8152 w 10075"/>
                <a:gd name="connsiteY1-70" fmla="*/ 6206 h 9818"/>
                <a:gd name="connsiteX2-71" fmla="*/ 5096 w 10075"/>
                <a:gd name="connsiteY2-72" fmla="*/ 9719 h 9818"/>
                <a:gd name="connsiteX3-73" fmla="*/ 5374 w 10075"/>
                <a:gd name="connsiteY3-74" fmla="*/ 8725 h 9818"/>
                <a:gd name="connsiteX4-75" fmla="*/ 79 w 10075"/>
                <a:gd name="connsiteY4-76" fmla="*/ 7288 h 9818"/>
                <a:gd name="connsiteX5-77" fmla="*/ 10063 w 10075"/>
                <a:gd name="connsiteY5-78" fmla="*/ 0 h 9818"/>
                <a:gd name="connsiteX6-79" fmla="*/ 10063 w 10075"/>
                <a:gd name="connsiteY6-80" fmla="*/ 5951 h 9818"/>
                <a:gd name="connsiteX7-81" fmla="*/ 9892 w 10075"/>
                <a:gd name="connsiteY7-82" fmla="*/ 5965 h 9818"/>
                <a:gd name="connsiteX8-83" fmla="*/ 9655 w 10075"/>
                <a:gd name="connsiteY8-84" fmla="*/ 5965 h 9818"/>
                <a:gd name="connsiteX0-85" fmla="*/ 9590 w 10007"/>
                <a:gd name="connsiteY0-86" fmla="*/ 6076 h 8947"/>
                <a:gd name="connsiteX1-87" fmla="*/ 8098 w 10007"/>
                <a:gd name="connsiteY1-88" fmla="*/ 6321 h 8947"/>
                <a:gd name="connsiteX2-89" fmla="*/ 5341 w 10007"/>
                <a:gd name="connsiteY2-90" fmla="*/ 8887 h 8947"/>
                <a:gd name="connsiteX3-91" fmla="*/ 85 w 10007"/>
                <a:gd name="connsiteY3-92" fmla="*/ 7423 h 8947"/>
                <a:gd name="connsiteX4-93" fmla="*/ 9995 w 10007"/>
                <a:gd name="connsiteY4-94" fmla="*/ 0 h 8947"/>
                <a:gd name="connsiteX5-95" fmla="*/ 9995 w 10007"/>
                <a:gd name="connsiteY5-96" fmla="*/ 6061 h 8947"/>
                <a:gd name="connsiteX6-97" fmla="*/ 9825 w 10007"/>
                <a:gd name="connsiteY6-98" fmla="*/ 6076 h 8947"/>
                <a:gd name="connsiteX7-99" fmla="*/ 9590 w 10007"/>
                <a:gd name="connsiteY7-100" fmla="*/ 6076 h 8947"/>
                <a:gd name="connsiteX0-101" fmla="*/ 9737 w 10154"/>
                <a:gd name="connsiteY0-102" fmla="*/ 6791 h 8916"/>
                <a:gd name="connsiteX1-103" fmla="*/ 8246 w 10154"/>
                <a:gd name="connsiteY1-104" fmla="*/ 7065 h 8916"/>
                <a:gd name="connsiteX2-105" fmla="*/ 3487 w 10154"/>
                <a:gd name="connsiteY2-106" fmla="*/ 8174 h 8916"/>
                <a:gd name="connsiteX3-107" fmla="*/ 239 w 10154"/>
                <a:gd name="connsiteY3-108" fmla="*/ 8297 h 8916"/>
                <a:gd name="connsiteX4-109" fmla="*/ 10142 w 10154"/>
                <a:gd name="connsiteY4-110" fmla="*/ 0 h 8916"/>
                <a:gd name="connsiteX5-111" fmla="*/ 10142 w 10154"/>
                <a:gd name="connsiteY5-112" fmla="*/ 6774 h 8916"/>
                <a:gd name="connsiteX6-113" fmla="*/ 9972 w 10154"/>
                <a:gd name="connsiteY6-114" fmla="*/ 6791 h 8916"/>
                <a:gd name="connsiteX7-115" fmla="*/ 9737 w 10154"/>
                <a:gd name="connsiteY7-116" fmla="*/ 6791 h 891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10154" h="8916">
                  <a:moveTo>
                    <a:pt x="9737" y="6791"/>
                  </a:moveTo>
                  <a:cubicBezTo>
                    <a:pt x="9241" y="6791"/>
                    <a:pt x="9288" y="6835"/>
                    <a:pt x="8246" y="7065"/>
                  </a:cubicBezTo>
                  <a:cubicBezTo>
                    <a:pt x="7204" y="7295"/>
                    <a:pt x="4822" y="7968"/>
                    <a:pt x="3487" y="8174"/>
                  </a:cubicBezTo>
                  <a:cubicBezTo>
                    <a:pt x="2153" y="8380"/>
                    <a:pt x="-870" y="9659"/>
                    <a:pt x="239" y="8297"/>
                  </a:cubicBezTo>
                  <a:cubicBezTo>
                    <a:pt x="1348" y="6935"/>
                    <a:pt x="8491" y="254"/>
                    <a:pt x="10142" y="0"/>
                  </a:cubicBezTo>
                  <a:lnTo>
                    <a:pt x="10142" y="6774"/>
                  </a:lnTo>
                  <a:cubicBezTo>
                    <a:pt x="10221" y="6774"/>
                    <a:pt x="9894" y="6774"/>
                    <a:pt x="9972" y="6791"/>
                  </a:cubicBezTo>
                  <a:lnTo>
                    <a:pt x="9737" y="6791"/>
                  </a:lnTo>
                  <a:close/>
                </a:path>
              </a:pathLst>
            </a:custGeom>
            <a:solidFill>
              <a:srgbClr val="CF3C27"/>
            </a:solidFill>
            <a:ln w="23813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5670155" y="3421280"/>
              <a:ext cx="942846" cy="948890"/>
              <a:chOff x="4554538" y="4102100"/>
              <a:chExt cx="495300" cy="498475"/>
            </a:xfrm>
            <a:solidFill>
              <a:srgbClr val="1D495D"/>
            </a:solidFill>
          </p:grpSpPr>
          <p:sp>
            <p:nvSpPr>
              <p:cNvPr id="47" name="Freeform 90"/>
              <p:cNvSpPr/>
              <p:nvPr/>
            </p:nvSpPr>
            <p:spPr bwMode="auto">
              <a:xfrm>
                <a:off x="4554538" y="4154487"/>
                <a:ext cx="446088" cy="446088"/>
              </a:xfrm>
              <a:custGeom>
                <a:avLst/>
                <a:gdLst>
                  <a:gd name="T0" fmla="*/ 104 w 208"/>
                  <a:gd name="T1" fmla="*/ 208 h 208"/>
                  <a:gd name="T2" fmla="*/ 208 w 208"/>
                  <a:gd name="T3" fmla="*/ 104 h 208"/>
                  <a:gd name="T4" fmla="*/ 196 w 208"/>
                  <a:gd name="T5" fmla="*/ 55 h 208"/>
                  <a:gd name="T6" fmla="*/ 194 w 208"/>
                  <a:gd name="T7" fmla="*/ 55 h 208"/>
                  <a:gd name="T8" fmla="*/ 192 w 208"/>
                  <a:gd name="T9" fmla="*/ 55 h 208"/>
                  <a:gd name="T10" fmla="*/ 179 w 208"/>
                  <a:gd name="T11" fmla="*/ 54 h 208"/>
                  <a:gd name="T12" fmla="*/ 169 w 208"/>
                  <a:gd name="T13" fmla="*/ 63 h 208"/>
                  <a:gd name="T14" fmla="*/ 181 w 208"/>
                  <a:gd name="T15" fmla="*/ 104 h 208"/>
                  <a:gd name="T16" fmla="*/ 104 w 208"/>
                  <a:gd name="T17" fmla="*/ 180 h 208"/>
                  <a:gd name="T18" fmla="*/ 28 w 208"/>
                  <a:gd name="T19" fmla="*/ 104 h 208"/>
                  <a:gd name="T20" fmla="*/ 104 w 208"/>
                  <a:gd name="T21" fmla="*/ 27 h 208"/>
                  <a:gd name="T22" fmla="*/ 145 w 208"/>
                  <a:gd name="T23" fmla="*/ 39 h 208"/>
                  <a:gd name="T24" fmla="*/ 153 w 208"/>
                  <a:gd name="T25" fmla="*/ 30 h 208"/>
                  <a:gd name="T26" fmla="*/ 152 w 208"/>
                  <a:gd name="T27" fmla="*/ 15 h 208"/>
                  <a:gd name="T28" fmla="*/ 152 w 208"/>
                  <a:gd name="T29" fmla="*/ 11 h 208"/>
                  <a:gd name="T30" fmla="*/ 104 w 208"/>
                  <a:gd name="T31" fmla="*/ 0 h 208"/>
                  <a:gd name="T32" fmla="*/ 0 w 208"/>
                  <a:gd name="T33" fmla="*/ 104 h 208"/>
                  <a:gd name="T34" fmla="*/ 104 w 208"/>
                  <a:gd name="T35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08" h="208">
                    <a:moveTo>
                      <a:pt x="104" y="208"/>
                    </a:moveTo>
                    <a:cubicBezTo>
                      <a:pt x="162" y="208"/>
                      <a:pt x="208" y="161"/>
                      <a:pt x="208" y="104"/>
                    </a:cubicBezTo>
                    <a:cubicBezTo>
                      <a:pt x="208" y="86"/>
                      <a:pt x="204" y="69"/>
                      <a:pt x="196" y="55"/>
                    </a:cubicBezTo>
                    <a:cubicBezTo>
                      <a:pt x="195" y="55"/>
                      <a:pt x="194" y="55"/>
                      <a:pt x="194" y="55"/>
                    </a:cubicBezTo>
                    <a:cubicBezTo>
                      <a:pt x="193" y="55"/>
                      <a:pt x="193" y="55"/>
                      <a:pt x="192" y="55"/>
                    </a:cubicBezTo>
                    <a:cubicBezTo>
                      <a:pt x="179" y="54"/>
                      <a:pt x="179" y="54"/>
                      <a:pt x="179" y="54"/>
                    </a:cubicBezTo>
                    <a:cubicBezTo>
                      <a:pt x="169" y="63"/>
                      <a:pt x="169" y="63"/>
                      <a:pt x="169" y="63"/>
                    </a:cubicBezTo>
                    <a:cubicBezTo>
                      <a:pt x="177" y="75"/>
                      <a:pt x="181" y="89"/>
                      <a:pt x="181" y="104"/>
                    </a:cubicBezTo>
                    <a:cubicBezTo>
                      <a:pt x="181" y="146"/>
                      <a:pt x="147" y="180"/>
                      <a:pt x="104" y="180"/>
                    </a:cubicBezTo>
                    <a:cubicBezTo>
                      <a:pt x="62" y="180"/>
                      <a:pt x="28" y="146"/>
                      <a:pt x="28" y="104"/>
                    </a:cubicBezTo>
                    <a:cubicBezTo>
                      <a:pt x="28" y="61"/>
                      <a:pt x="62" y="27"/>
                      <a:pt x="104" y="27"/>
                    </a:cubicBezTo>
                    <a:cubicBezTo>
                      <a:pt x="119" y="27"/>
                      <a:pt x="133" y="31"/>
                      <a:pt x="145" y="39"/>
                    </a:cubicBezTo>
                    <a:cubicBezTo>
                      <a:pt x="153" y="30"/>
                      <a:pt x="153" y="30"/>
                      <a:pt x="153" y="30"/>
                    </a:cubicBezTo>
                    <a:cubicBezTo>
                      <a:pt x="152" y="15"/>
                      <a:pt x="152" y="15"/>
                      <a:pt x="152" y="15"/>
                    </a:cubicBezTo>
                    <a:cubicBezTo>
                      <a:pt x="152" y="14"/>
                      <a:pt x="152" y="12"/>
                      <a:pt x="152" y="11"/>
                    </a:cubicBezTo>
                    <a:cubicBezTo>
                      <a:pt x="138" y="4"/>
                      <a:pt x="121" y="0"/>
                      <a:pt x="104" y="0"/>
                    </a:cubicBezTo>
                    <a:cubicBezTo>
                      <a:pt x="47" y="0"/>
                      <a:pt x="0" y="46"/>
                      <a:pt x="0" y="104"/>
                    </a:cubicBezTo>
                    <a:cubicBezTo>
                      <a:pt x="0" y="161"/>
                      <a:pt x="47" y="208"/>
                      <a:pt x="104" y="2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8" name="Freeform 91"/>
              <p:cNvSpPr/>
              <p:nvPr/>
            </p:nvSpPr>
            <p:spPr bwMode="auto">
              <a:xfrm>
                <a:off x="4668838" y="4265612"/>
                <a:ext cx="217488" cy="220663"/>
              </a:xfrm>
              <a:custGeom>
                <a:avLst/>
                <a:gdLst>
                  <a:gd name="T0" fmla="*/ 51 w 102"/>
                  <a:gd name="T1" fmla="*/ 25 h 103"/>
                  <a:gd name="T2" fmla="*/ 53 w 102"/>
                  <a:gd name="T3" fmla="*/ 25 h 103"/>
                  <a:gd name="T4" fmla="*/ 73 w 102"/>
                  <a:gd name="T5" fmla="*/ 6 h 103"/>
                  <a:gd name="T6" fmla="*/ 73 w 102"/>
                  <a:gd name="T7" fmla="*/ 5 h 103"/>
                  <a:gd name="T8" fmla="*/ 51 w 102"/>
                  <a:gd name="T9" fmla="*/ 0 h 103"/>
                  <a:gd name="T10" fmla="*/ 0 w 102"/>
                  <a:gd name="T11" fmla="*/ 52 h 103"/>
                  <a:gd name="T12" fmla="*/ 51 w 102"/>
                  <a:gd name="T13" fmla="*/ 103 h 103"/>
                  <a:gd name="T14" fmla="*/ 102 w 102"/>
                  <a:gd name="T15" fmla="*/ 52 h 103"/>
                  <a:gd name="T16" fmla="*/ 98 w 102"/>
                  <a:gd name="T17" fmla="*/ 30 h 103"/>
                  <a:gd name="T18" fmla="*/ 97 w 102"/>
                  <a:gd name="T19" fmla="*/ 30 h 103"/>
                  <a:gd name="T20" fmla="*/ 78 w 102"/>
                  <a:gd name="T21" fmla="*/ 50 h 103"/>
                  <a:gd name="T22" fmla="*/ 78 w 102"/>
                  <a:gd name="T23" fmla="*/ 52 h 103"/>
                  <a:gd name="T24" fmla="*/ 51 w 102"/>
                  <a:gd name="T25" fmla="*/ 79 h 103"/>
                  <a:gd name="T26" fmla="*/ 24 w 102"/>
                  <a:gd name="T27" fmla="*/ 52 h 103"/>
                  <a:gd name="T28" fmla="*/ 51 w 102"/>
                  <a:gd name="T29" fmla="*/ 25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2" h="103">
                    <a:moveTo>
                      <a:pt x="51" y="25"/>
                    </a:moveTo>
                    <a:cubicBezTo>
                      <a:pt x="52" y="25"/>
                      <a:pt x="53" y="25"/>
                      <a:pt x="53" y="25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66" y="2"/>
                      <a:pt x="59" y="0"/>
                      <a:pt x="51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80"/>
                      <a:pt x="23" y="103"/>
                      <a:pt x="51" y="103"/>
                    </a:cubicBezTo>
                    <a:cubicBezTo>
                      <a:pt x="80" y="103"/>
                      <a:pt x="102" y="80"/>
                      <a:pt x="102" y="52"/>
                    </a:cubicBezTo>
                    <a:cubicBezTo>
                      <a:pt x="102" y="44"/>
                      <a:pt x="101" y="37"/>
                      <a:pt x="98" y="30"/>
                    </a:cubicBezTo>
                    <a:cubicBezTo>
                      <a:pt x="97" y="30"/>
                      <a:pt x="97" y="30"/>
                      <a:pt x="97" y="30"/>
                    </a:cubicBezTo>
                    <a:cubicBezTo>
                      <a:pt x="78" y="50"/>
                      <a:pt x="78" y="50"/>
                      <a:pt x="78" y="50"/>
                    </a:cubicBezTo>
                    <a:cubicBezTo>
                      <a:pt x="78" y="50"/>
                      <a:pt x="78" y="51"/>
                      <a:pt x="78" y="52"/>
                    </a:cubicBezTo>
                    <a:cubicBezTo>
                      <a:pt x="78" y="67"/>
                      <a:pt x="66" y="79"/>
                      <a:pt x="51" y="79"/>
                    </a:cubicBezTo>
                    <a:cubicBezTo>
                      <a:pt x="36" y="79"/>
                      <a:pt x="24" y="67"/>
                      <a:pt x="24" y="52"/>
                    </a:cubicBezTo>
                    <a:cubicBezTo>
                      <a:pt x="24" y="37"/>
                      <a:pt x="36" y="25"/>
                      <a:pt x="51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Freeform 92"/>
              <p:cNvSpPr/>
              <p:nvPr/>
            </p:nvSpPr>
            <p:spPr bwMode="auto">
              <a:xfrm>
                <a:off x="4776788" y="4102100"/>
                <a:ext cx="273050" cy="273050"/>
              </a:xfrm>
              <a:custGeom>
                <a:avLst/>
                <a:gdLst>
                  <a:gd name="T0" fmla="*/ 107 w 127"/>
                  <a:gd name="T1" fmla="*/ 35 h 127"/>
                  <a:gd name="T2" fmla="*/ 114 w 127"/>
                  <a:gd name="T3" fmla="*/ 29 h 127"/>
                  <a:gd name="T4" fmla="*/ 114 w 127"/>
                  <a:gd name="T5" fmla="*/ 19 h 127"/>
                  <a:gd name="T6" fmla="*/ 109 w 127"/>
                  <a:gd name="T7" fmla="*/ 14 h 127"/>
                  <a:gd name="T8" fmla="*/ 104 w 127"/>
                  <a:gd name="T9" fmla="*/ 12 h 127"/>
                  <a:gd name="T10" fmla="*/ 99 w 127"/>
                  <a:gd name="T11" fmla="*/ 14 h 127"/>
                  <a:gd name="T12" fmla="*/ 92 w 127"/>
                  <a:gd name="T13" fmla="*/ 21 h 127"/>
                  <a:gd name="T14" fmla="*/ 91 w 127"/>
                  <a:gd name="T15" fmla="*/ 3 h 127"/>
                  <a:gd name="T16" fmla="*/ 88 w 127"/>
                  <a:gd name="T17" fmla="*/ 0 h 127"/>
                  <a:gd name="T18" fmla="*/ 87 w 127"/>
                  <a:gd name="T19" fmla="*/ 1 h 127"/>
                  <a:gd name="T20" fmla="*/ 59 w 127"/>
                  <a:gd name="T21" fmla="*/ 29 h 127"/>
                  <a:gd name="T22" fmla="*/ 55 w 127"/>
                  <a:gd name="T23" fmla="*/ 38 h 127"/>
                  <a:gd name="T24" fmla="*/ 55 w 127"/>
                  <a:gd name="T25" fmla="*/ 39 h 127"/>
                  <a:gd name="T26" fmla="*/ 57 w 127"/>
                  <a:gd name="T27" fmla="*/ 57 h 127"/>
                  <a:gd name="T28" fmla="*/ 47 w 127"/>
                  <a:gd name="T29" fmla="*/ 67 h 127"/>
                  <a:gd name="T30" fmla="*/ 29 w 127"/>
                  <a:gd name="T31" fmla="*/ 85 h 127"/>
                  <a:gd name="T32" fmla="*/ 28 w 127"/>
                  <a:gd name="T33" fmla="*/ 85 h 127"/>
                  <a:gd name="T34" fmla="*/ 11 w 127"/>
                  <a:gd name="T35" fmla="*/ 103 h 127"/>
                  <a:gd name="T36" fmla="*/ 3 w 127"/>
                  <a:gd name="T37" fmla="*/ 111 h 127"/>
                  <a:gd name="T38" fmla="*/ 1 w 127"/>
                  <a:gd name="T39" fmla="*/ 114 h 127"/>
                  <a:gd name="T40" fmla="*/ 1 w 127"/>
                  <a:gd name="T41" fmla="*/ 121 h 127"/>
                  <a:gd name="T42" fmla="*/ 7 w 127"/>
                  <a:gd name="T43" fmla="*/ 127 h 127"/>
                  <a:gd name="T44" fmla="*/ 7 w 127"/>
                  <a:gd name="T45" fmla="*/ 127 h 127"/>
                  <a:gd name="T46" fmla="*/ 13 w 127"/>
                  <a:gd name="T47" fmla="*/ 127 h 127"/>
                  <a:gd name="T48" fmla="*/ 17 w 127"/>
                  <a:gd name="T49" fmla="*/ 125 h 127"/>
                  <a:gd name="T50" fmla="*/ 72 w 127"/>
                  <a:gd name="T51" fmla="*/ 70 h 127"/>
                  <a:gd name="T52" fmla="*/ 88 w 127"/>
                  <a:gd name="T53" fmla="*/ 72 h 127"/>
                  <a:gd name="T54" fmla="*/ 89 w 127"/>
                  <a:gd name="T55" fmla="*/ 72 h 127"/>
                  <a:gd name="T56" fmla="*/ 90 w 127"/>
                  <a:gd name="T57" fmla="*/ 72 h 127"/>
                  <a:gd name="T58" fmla="*/ 98 w 127"/>
                  <a:gd name="T59" fmla="*/ 68 h 127"/>
                  <a:gd name="T60" fmla="*/ 126 w 127"/>
                  <a:gd name="T61" fmla="*/ 40 h 127"/>
                  <a:gd name="T62" fmla="*/ 124 w 127"/>
                  <a:gd name="T63" fmla="*/ 36 h 127"/>
                  <a:gd name="T64" fmla="*/ 107 w 127"/>
                  <a:gd name="T65" fmla="*/ 35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7" h="127">
                    <a:moveTo>
                      <a:pt x="107" y="35"/>
                    </a:moveTo>
                    <a:cubicBezTo>
                      <a:pt x="114" y="29"/>
                      <a:pt x="114" y="29"/>
                      <a:pt x="114" y="29"/>
                    </a:cubicBezTo>
                    <a:cubicBezTo>
                      <a:pt x="116" y="26"/>
                      <a:pt x="116" y="21"/>
                      <a:pt x="114" y="19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08" y="13"/>
                      <a:pt x="106" y="12"/>
                      <a:pt x="104" y="12"/>
                    </a:cubicBezTo>
                    <a:cubicBezTo>
                      <a:pt x="102" y="12"/>
                      <a:pt x="101" y="13"/>
                      <a:pt x="99" y="14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1" y="3"/>
                      <a:pt x="91" y="3"/>
                      <a:pt x="91" y="3"/>
                    </a:cubicBezTo>
                    <a:cubicBezTo>
                      <a:pt x="91" y="1"/>
                      <a:pt x="89" y="0"/>
                      <a:pt x="88" y="0"/>
                    </a:cubicBezTo>
                    <a:cubicBezTo>
                      <a:pt x="88" y="0"/>
                      <a:pt x="87" y="1"/>
                      <a:pt x="87" y="1"/>
                    </a:cubicBezTo>
                    <a:cubicBezTo>
                      <a:pt x="59" y="29"/>
                      <a:pt x="59" y="29"/>
                      <a:pt x="59" y="29"/>
                    </a:cubicBezTo>
                    <a:cubicBezTo>
                      <a:pt x="56" y="31"/>
                      <a:pt x="55" y="35"/>
                      <a:pt x="55" y="38"/>
                    </a:cubicBezTo>
                    <a:cubicBezTo>
                      <a:pt x="55" y="39"/>
                      <a:pt x="55" y="39"/>
                      <a:pt x="55" y="39"/>
                    </a:cubicBezTo>
                    <a:cubicBezTo>
                      <a:pt x="57" y="57"/>
                      <a:pt x="57" y="57"/>
                      <a:pt x="57" y="57"/>
                    </a:cubicBezTo>
                    <a:cubicBezTo>
                      <a:pt x="47" y="67"/>
                      <a:pt x="47" y="67"/>
                      <a:pt x="47" y="67"/>
                    </a:cubicBezTo>
                    <a:cubicBezTo>
                      <a:pt x="29" y="85"/>
                      <a:pt x="29" y="85"/>
                      <a:pt x="29" y="85"/>
                    </a:cubicBezTo>
                    <a:cubicBezTo>
                      <a:pt x="28" y="85"/>
                      <a:pt x="28" y="85"/>
                      <a:pt x="28" y="85"/>
                    </a:cubicBezTo>
                    <a:cubicBezTo>
                      <a:pt x="11" y="103"/>
                      <a:pt x="11" y="103"/>
                      <a:pt x="11" y="103"/>
                    </a:cubicBezTo>
                    <a:cubicBezTo>
                      <a:pt x="3" y="111"/>
                      <a:pt x="3" y="111"/>
                      <a:pt x="3" y="111"/>
                    </a:cubicBezTo>
                    <a:cubicBezTo>
                      <a:pt x="2" y="112"/>
                      <a:pt x="1" y="113"/>
                      <a:pt x="1" y="114"/>
                    </a:cubicBezTo>
                    <a:cubicBezTo>
                      <a:pt x="1" y="121"/>
                      <a:pt x="1" y="121"/>
                      <a:pt x="1" y="121"/>
                    </a:cubicBezTo>
                    <a:cubicBezTo>
                      <a:pt x="0" y="124"/>
                      <a:pt x="3" y="127"/>
                      <a:pt x="7" y="127"/>
                    </a:cubicBezTo>
                    <a:cubicBezTo>
                      <a:pt x="7" y="127"/>
                      <a:pt x="7" y="127"/>
                      <a:pt x="7" y="127"/>
                    </a:cubicBezTo>
                    <a:cubicBezTo>
                      <a:pt x="13" y="127"/>
                      <a:pt x="13" y="127"/>
                      <a:pt x="13" y="127"/>
                    </a:cubicBezTo>
                    <a:cubicBezTo>
                      <a:pt x="15" y="127"/>
                      <a:pt x="16" y="126"/>
                      <a:pt x="17" y="125"/>
                    </a:cubicBezTo>
                    <a:cubicBezTo>
                      <a:pt x="72" y="70"/>
                      <a:pt x="72" y="70"/>
                      <a:pt x="72" y="70"/>
                    </a:cubicBezTo>
                    <a:cubicBezTo>
                      <a:pt x="88" y="72"/>
                      <a:pt x="88" y="72"/>
                      <a:pt x="88" y="72"/>
                    </a:cubicBezTo>
                    <a:cubicBezTo>
                      <a:pt x="89" y="72"/>
                      <a:pt x="89" y="72"/>
                      <a:pt x="89" y="72"/>
                    </a:cubicBezTo>
                    <a:cubicBezTo>
                      <a:pt x="90" y="72"/>
                      <a:pt x="90" y="72"/>
                      <a:pt x="90" y="72"/>
                    </a:cubicBezTo>
                    <a:cubicBezTo>
                      <a:pt x="93" y="72"/>
                      <a:pt x="96" y="70"/>
                      <a:pt x="98" y="68"/>
                    </a:cubicBezTo>
                    <a:cubicBezTo>
                      <a:pt x="126" y="40"/>
                      <a:pt x="126" y="40"/>
                      <a:pt x="126" y="40"/>
                    </a:cubicBezTo>
                    <a:cubicBezTo>
                      <a:pt x="127" y="39"/>
                      <a:pt x="126" y="36"/>
                      <a:pt x="124" y="36"/>
                    </a:cubicBezTo>
                    <a:lnTo>
                      <a:pt x="107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32" name="文本框 2054"/>
            <p:cNvSpPr txBox="1"/>
            <p:nvPr/>
          </p:nvSpPr>
          <p:spPr>
            <a:xfrm>
              <a:off x="5588957" y="2312287"/>
              <a:ext cx="797617" cy="470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000" dirty="0">
                  <a:solidFill>
                    <a:srgbClr val="F5EDE8"/>
                  </a:solidFill>
                  <a:cs typeface="+mn-ea"/>
                  <a:sym typeface="+mn-lt"/>
                </a:rPr>
                <a:t>01</a:t>
              </a:r>
              <a:endParaRPr lang="zh-CN" altLang="en-US" sz="2000" dirty="0">
                <a:solidFill>
                  <a:srgbClr val="F5EDE8"/>
                </a:solidFill>
                <a:cs typeface="+mn-ea"/>
                <a:sym typeface="+mn-lt"/>
              </a:endParaRPr>
            </a:p>
          </p:txBody>
        </p:sp>
        <p:sp>
          <p:nvSpPr>
            <p:cNvPr id="33" name="文本框 68"/>
            <p:cNvSpPr txBox="1"/>
            <p:nvPr/>
          </p:nvSpPr>
          <p:spPr>
            <a:xfrm>
              <a:off x="6076637" y="5023374"/>
              <a:ext cx="797617" cy="470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000" dirty="0">
                  <a:solidFill>
                    <a:srgbClr val="F5EDE8"/>
                  </a:solidFill>
                  <a:cs typeface="+mn-ea"/>
                  <a:sym typeface="+mn-lt"/>
                </a:rPr>
                <a:t>03</a:t>
              </a:r>
              <a:endParaRPr lang="zh-CN" altLang="en-US" sz="2000" dirty="0">
                <a:solidFill>
                  <a:srgbClr val="F5EDE8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69"/>
            <p:cNvSpPr txBox="1"/>
            <p:nvPr/>
          </p:nvSpPr>
          <p:spPr>
            <a:xfrm>
              <a:off x="7144176" y="3398420"/>
              <a:ext cx="797617" cy="470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000" dirty="0">
                  <a:solidFill>
                    <a:srgbClr val="F5EDE8"/>
                  </a:solidFill>
                  <a:cs typeface="+mn-ea"/>
                  <a:sym typeface="+mn-lt"/>
                </a:rPr>
                <a:t>02</a:t>
              </a:r>
              <a:endParaRPr lang="zh-CN" altLang="en-US" sz="2000" dirty="0">
                <a:solidFill>
                  <a:srgbClr val="F5EDE8"/>
                </a:solidFill>
                <a:cs typeface="+mn-ea"/>
                <a:sym typeface="+mn-lt"/>
              </a:endParaRPr>
            </a:p>
          </p:txBody>
        </p:sp>
        <p:sp>
          <p:nvSpPr>
            <p:cNvPr id="35" name="文本框 70"/>
            <p:cNvSpPr txBox="1"/>
            <p:nvPr/>
          </p:nvSpPr>
          <p:spPr>
            <a:xfrm>
              <a:off x="4428001" y="3766832"/>
              <a:ext cx="797617" cy="470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000" dirty="0">
                  <a:solidFill>
                    <a:srgbClr val="F5EDE8"/>
                  </a:solidFill>
                  <a:cs typeface="+mn-ea"/>
                  <a:sym typeface="+mn-lt"/>
                </a:rPr>
                <a:t>04</a:t>
              </a:r>
              <a:endParaRPr lang="zh-CN" altLang="en-US" sz="2000" dirty="0">
                <a:solidFill>
                  <a:srgbClr val="F5EDE8"/>
                </a:solidFill>
                <a:cs typeface="+mn-ea"/>
                <a:sym typeface="+mn-lt"/>
              </a:endParaRPr>
            </a:p>
          </p:txBody>
        </p:sp>
        <p:grpSp>
          <p:nvGrpSpPr>
            <p:cNvPr id="36" name="组合 35"/>
            <p:cNvGrpSpPr>
              <a:grpSpLocks noChangeAspect="1"/>
            </p:cNvGrpSpPr>
            <p:nvPr/>
          </p:nvGrpSpPr>
          <p:grpSpPr>
            <a:xfrm>
              <a:off x="6934541" y="4717612"/>
              <a:ext cx="288000" cy="288000"/>
              <a:chOff x="7463847" y="1611569"/>
              <a:chExt cx="360000" cy="360000"/>
            </a:xfrm>
          </p:grpSpPr>
          <p:sp>
            <p:nvSpPr>
              <p:cNvPr id="45" name="Oval 128"/>
              <p:cNvSpPr>
                <a:spLocks noChangeArrowheads="1"/>
              </p:cNvSpPr>
              <p:nvPr/>
            </p:nvSpPr>
            <p:spPr bwMode="auto">
              <a:xfrm>
                <a:off x="7463847" y="1611569"/>
                <a:ext cx="360000" cy="360000"/>
              </a:xfrm>
              <a:prstGeom prst="ellipse">
                <a:avLst/>
              </a:prstGeom>
              <a:solidFill>
                <a:srgbClr val="F5EDE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Freeform 129"/>
              <p:cNvSpPr/>
              <p:nvPr/>
            </p:nvSpPr>
            <p:spPr bwMode="auto">
              <a:xfrm>
                <a:off x="7560683" y="1710370"/>
                <a:ext cx="167469" cy="164669"/>
              </a:xfrm>
              <a:custGeom>
                <a:avLst/>
                <a:gdLst>
                  <a:gd name="T0" fmla="*/ 51 w 61"/>
                  <a:gd name="T1" fmla="*/ 0 h 60"/>
                  <a:gd name="T2" fmla="*/ 50 w 61"/>
                  <a:gd name="T3" fmla="*/ 0 h 60"/>
                  <a:gd name="T4" fmla="*/ 31 w 61"/>
                  <a:gd name="T5" fmla="*/ 19 h 60"/>
                  <a:gd name="T6" fmla="*/ 11 w 61"/>
                  <a:gd name="T7" fmla="*/ 0 h 60"/>
                  <a:gd name="T8" fmla="*/ 10 w 61"/>
                  <a:gd name="T9" fmla="*/ 0 h 60"/>
                  <a:gd name="T10" fmla="*/ 9 w 61"/>
                  <a:gd name="T11" fmla="*/ 0 h 60"/>
                  <a:gd name="T12" fmla="*/ 1 w 61"/>
                  <a:gd name="T13" fmla="*/ 8 h 60"/>
                  <a:gd name="T14" fmla="*/ 1 w 61"/>
                  <a:gd name="T15" fmla="*/ 11 h 60"/>
                  <a:gd name="T16" fmla="*/ 20 w 61"/>
                  <a:gd name="T17" fmla="*/ 30 h 60"/>
                  <a:gd name="T18" fmla="*/ 1 w 61"/>
                  <a:gd name="T19" fmla="*/ 49 h 60"/>
                  <a:gd name="T20" fmla="*/ 1 w 61"/>
                  <a:gd name="T21" fmla="*/ 51 h 60"/>
                  <a:gd name="T22" fmla="*/ 9 w 61"/>
                  <a:gd name="T23" fmla="*/ 59 h 60"/>
                  <a:gd name="T24" fmla="*/ 10 w 61"/>
                  <a:gd name="T25" fmla="*/ 60 h 60"/>
                  <a:gd name="T26" fmla="*/ 11 w 61"/>
                  <a:gd name="T27" fmla="*/ 59 h 60"/>
                  <a:gd name="T28" fmla="*/ 31 w 61"/>
                  <a:gd name="T29" fmla="*/ 40 h 60"/>
                  <a:gd name="T30" fmla="*/ 50 w 61"/>
                  <a:gd name="T31" fmla="*/ 59 h 60"/>
                  <a:gd name="T32" fmla="*/ 51 w 61"/>
                  <a:gd name="T33" fmla="*/ 60 h 60"/>
                  <a:gd name="T34" fmla="*/ 52 w 61"/>
                  <a:gd name="T35" fmla="*/ 59 h 60"/>
                  <a:gd name="T36" fmla="*/ 60 w 61"/>
                  <a:gd name="T37" fmla="*/ 51 h 60"/>
                  <a:gd name="T38" fmla="*/ 60 w 61"/>
                  <a:gd name="T39" fmla="*/ 49 h 60"/>
                  <a:gd name="T40" fmla="*/ 41 w 61"/>
                  <a:gd name="T41" fmla="*/ 30 h 60"/>
                  <a:gd name="T42" fmla="*/ 60 w 61"/>
                  <a:gd name="T43" fmla="*/ 11 h 60"/>
                  <a:gd name="T44" fmla="*/ 60 w 61"/>
                  <a:gd name="T45" fmla="*/ 8 h 60"/>
                  <a:gd name="T46" fmla="*/ 52 w 61"/>
                  <a:gd name="T47" fmla="*/ 0 h 60"/>
                  <a:gd name="T48" fmla="*/ 51 w 61"/>
                  <a:gd name="T4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1" h="60">
                    <a:moveTo>
                      <a:pt x="51" y="0"/>
                    </a:moveTo>
                    <a:cubicBezTo>
                      <a:pt x="50" y="0"/>
                      <a:pt x="50" y="0"/>
                      <a:pt x="50" y="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0" y="0"/>
                    </a:cubicBezTo>
                    <a:cubicBezTo>
                      <a:pt x="10" y="0"/>
                      <a:pt x="9" y="0"/>
                      <a:pt x="9" y="0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0" y="9"/>
                      <a:pt x="0" y="10"/>
                      <a:pt x="1" y="11"/>
                    </a:cubicBezTo>
                    <a:cubicBezTo>
                      <a:pt x="20" y="30"/>
                      <a:pt x="20" y="30"/>
                      <a:pt x="20" y="30"/>
                    </a:cubicBezTo>
                    <a:cubicBezTo>
                      <a:pt x="1" y="49"/>
                      <a:pt x="1" y="49"/>
                      <a:pt x="1" y="49"/>
                    </a:cubicBezTo>
                    <a:cubicBezTo>
                      <a:pt x="0" y="49"/>
                      <a:pt x="0" y="51"/>
                      <a:pt x="1" y="51"/>
                    </a:cubicBezTo>
                    <a:cubicBezTo>
                      <a:pt x="9" y="59"/>
                      <a:pt x="9" y="59"/>
                      <a:pt x="9" y="59"/>
                    </a:cubicBezTo>
                    <a:cubicBezTo>
                      <a:pt x="9" y="59"/>
                      <a:pt x="10" y="60"/>
                      <a:pt x="10" y="60"/>
                    </a:cubicBezTo>
                    <a:cubicBezTo>
                      <a:pt x="11" y="60"/>
                      <a:pt x="11" y="59"/>
                      <a:pt x="11" y="59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50" y="59"/>
                      <a:pt x="50" y="59"/>
                      <a:pt x="50" y="59"/>
                    </a:cubicBezTo>
                    <a:cubicBezTo>
                      <a:pt x="50" y="59"/>
                      <a:pt x="50" y="60"/>
                      <a:pt x="51" y="60"/>
                    </a:cubicBezTo>
                    <a:cubicBezTo>
                      <a:pt x="51" y="60"/>
                      <a:pt x="52" y="59"/>
                      <a:pt x="52" y="59"/>
                    </a:cubicBezTo>
                    <a:cubicBezTo>
                      <a:pt x="60" y="51"/>
                      <a:pt x="60" y="51"/>
                      <a:pt x="60" y="51"/>
                    </a:cubicBezTo>
                    <a:cubicBezTo>
                      <a:pt x="61" y="51"/>
                      <a:pt x="61" y="49"/>
                      <a:pt x="60" y="49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60" y="11"/>
                      <a:pt x="60" y="11"/>
                      <a:pt x="60" y="11"/>
                    </a:cubicBezTo>
                    <a:cubicBezTo>
                      <a:pt x="61" y="10"/>
                      <a:pt x="61" y="9"/>
                      <a:pt x="60" y="8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0"/>
                      <a:pt x="51" y="0"/>
                      <a:pt x="51" y="0"/>
                    </a:cubicBezTo>
                  </a:path>
                </a:pathLst>
              </a:custGeom>
              <a:solidFill>
                <a:srgbClr val="CF3C2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37" name="组合 36"/>
            <p:cNvGrpSpPr>
              <a:grpSpLocks noChangeAspect="1"/>
            </p:cNvGrpSpPr>
            <p:nvPr/>
          </p:nvGrpSpPr>
          <p:grpSpPr>
            <a:xfrm>
              <a:off x="6934541" y="2965752"/>
              <a:ext cx="288000" cy="288000"/>
              <a:chOff x="8867230" y="1631100"/>
              <a:chExt cx="360000" cy="360000"/>
            </a:xfrm>
          </p:grpSpPr>
          <p:sp>
            <p:nvSpPr>
              <p:cNvPr id="43" name="Oval 133"/>
              <p:cNvSpPr>
                <a:spLocks noChangeArrowheads="1"/>
              </p:cNvSpPr>
              <p:nvPr/>
            </p:nvSpPr>
            <p:spPr bwMode="auto">
              <a:xfrm>
                <a:off x="8867230" y="1631100"/>
                <a:ext cx="360000" cy="360000"/>
              </a:xfrm>
              <a:prstGeom prst="ellipse">
                <a:avLst/>
              </a:prstGeom>
              <a:solidFill>
                <a:srgbClr val="F5EDE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4" name="Freeform 134"/>
              <p:cNvSpPr/>
              <p:nvPr/>
            </p:nvSpPr>
            <p:spPr bwMode="auto">
              <a:xfrm>
                <a:off x="8923656" y="1785548"/>
                <a:ext cx="246019" cy="52240"/>
              </a:xfrm>
              <a:custGeom>
                <a:avLst/>
                <a:gdLst>
                  <a:gd name="T0" fmla="*/ 88 w 90"/>
                  <a:gd name="T1" fmla="*/ 0 h 19"/>
                  <a:gd name="T2" fmla="*/ 2 w 90"/>
                  <a:gd name="T3" fmla="*/ 0 h 19"/>
                  <a:gd name="T4" fmla="*/ 0 w 90"/>
                  <a:gd name="T5" fmla="*/ 3 h 19"/>
                  <a:gd name="T6" fmla="*/ 0 w 90"/>
                  <a:gd name="T7" fmla="*/ 16 h 19"/>
                  <a:gd name="T8" fmla="*/ 2 w 90"/>
                  <a:gd name="T9" fmla="*/ 19 h 19"/>
                  <a:gd name="T10" fmla="*/ 88 w 90"/>
                  <a:gd name="T11" fmla="*/ 19 h 19"/>
                  <a:gd name="T12" fmla="*/ 90 w 90"/>
                  <a:gd name="T13" fmla="*/ 16 h 19"/>
                  <a:gd name="T14" fmla="*/ 90 w 90"/>
                  <a:gd name="T15" fmla="*/ 3 h 19"/>
                  <a:gd name="T16" fmla="*/ 88 w 90"/>
                  <a:gd name="T1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" h="19">
                    <a:moveTo>
                      <a:pt x="88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1" y="19"/>
                      <a:pt x="2" y="19"/>
                    </a:cubicBezTo>
                    <a:cubicBezTo>
                      <a:pt x="88" y="19"/>
                      <a:pt x="88" y="19"/>
                      <a:pt x="88" y="19"/>
                    </a:cubicBezTo>
                    <a:cubicBezTo>
                      <a:pt x="89" y="19"/>
                      <a:pt x="90" y="18"/>
                      <a:pt x="90" y="16"/>
                    </a:cubicBezTo>
                    <a:cubicBezTo>
                      <a:pt x="90" y="3"/>
                      <a:pt x="90" y="3"/>
                      <a:pt x="90" y="3"/>
                    </a:cubicBezTo>
                    <a:cubicBezTo>
                      <a:pt x="90" y="1"/>
                      <a:pt x="89" y="0"/>
                      <a:pt x="88" y="0"/>
                    </a:cubicBezTo>
                  </a:path>
                </a:pathLst>
              </a:custGeom>
              <a:solidFill>
                <a:srgbClr val="498B9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38" name="Oval 138"/>
            <p:cNvSpPr>
              <a:spLocks noChangeArrowheads="1"/>
            </p:cNvSpPr>
            <p:nvPr/>
          </p:nvSpPr>
          <p:spPr bwMode="auto">
            <a:xfrm>
              <a:off x="5025894" y="2777779"/>
              <a:ext cx="288000" cy="288000"/>
            </a:xfrm>
            <a:prstGeom prst="ellipse">
              <a:avLst/>
            </a:prstGeom>
            <a:solidFill>
              <a:srgbClr val="F5EDE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139"/>
            <p:cNvSpPr/>
            <p:nvPr/>
          </p:nvSpPr>
          <p:spPr bwMode="auto">
            <a:xfrm>
              <a:off x="5122501" y="2834285"/>
              <a:ext cx="110278" cy="174987"/>
            </a:xfrm>
            <a:custGeom>
              <a:avLst/>
              <a:gdLst>
                <a:gd name="T0" fmla="*/ 10 w 50"/>
                <a:gd name="T1" fmla="*/ 0 h 79"/>
                <a:gd name="T2" fmla="*/ 9 w 50"/>
                <a:gd name="T3" fmla="*/ 0 h 79"/>
                <a:gd name="T4" fmla="*/ 1 w 50"/>
                <a:gd name="T5" fmla="*/ 8 h 79"/>
                <a:gd name="T6" fmla="*/ 1 w 50"/>
                <a:gd name="T7" fmla="*/ 11 h 79"/>
                <a:gd name="T8" fmla="*/ 29 w 50"/>
                <a:gd name="T9" fmla="*/ 39 h 79"/>
                <a:gd name="T10" fmla="*/ 1 w 50"/>
                <a:gd name="T11" fmla="*/ 68 h 79"/>
                <a:gd name="T12" fmla="*/ 1 w 50"/>
                <a:gd name="T13" fmla="*/ 70 h 79"/>
                <a:gd name="T14" fmla="*/ 9 w 50"/>
                <a:gd name="T15" fmla="*/ 79 h 79"/>
                <a:gd name="T16" fmla="*/ 10 w 50"/>
                <a:gd name="T17" fmla="*/ 79 h 79"/>
                <a:gd name="T18" fmla="*/ 12 w 50"/>
                <a:gd name="T19" fmla="*/ 79 h 79"/>
                <a:gd name="T20" fmla="*/ 41 w 50"/>
                <a:gd name="T21" fmla="*/ 49 h 79"/>
                <a:gd name="T22" fmla="*/ 50 w 50"/>
                <a:gd name="T23" fmla="*/ 41 h 79"/>
                <a:gd name="T24" fmla="*/ 50 w 50"/>
                <a:gd name="T25" fmla="*/ 38 h 79"/>
                <a:gd name="T26" fmla="*/ 41 w 50"/>
                <a:gd name="T27" fmla="*/ 30 h 79"/>
                <a:gd name="T28" fmla="*/ 12 w 50"/>
                <a:gd name="T29" fmla="*/ 0 h 79"/>
                <a:gd name="T30" fmla="*/ 10 w 50"/>
                <a:gd name="T31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0" h="79">
                  <a:moveTo>
                    <a:pt x="10" y="0"/>
                  </a:moveTo>
                  <a:cubicBezTo>
                    <a:pt x="10" y="0"/>
                    <a:pt x="9" y="0"/>
                    <a:pt x="9" y="0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9"/>
                    <a:pt x="0" y="10"/>
                    <a:pt x="1" y="11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0" y="68"/>
                    <a:pt x="0" y="70"/>
                    <a:pt x="1" y="70"/>
                  </a:cubicBezTo>
                  <a:cubicBezTo>
                    <a:pt x="9" y="79"/>
                    <a:pt x="9" y="79"/>
                    <a:pt x="9" y="79"/>
                  </a:cubicBezTo>
                  <a:cubicBezTo>
                    <a:pt x="9" y="79"/>
                    <a:pt x="10" y="79"/>
                    <a:pt x="10" y="79"/>
                  </a:cubicBezTo>
                  <a:cubicBezTo>
                    <a:pt x="11" y="79"/>
                    <a:pt x="11" y="79"/>
                    <a:pt x="12" y="79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50" y="40"/>
                    <a:pt x="50" y="39"/>
                    <a:pt x="50" y="38"/>
                  </a:cubicBezTo>
                  <a:cubicBezTo>
                    <a:pt x="41" y="30"/>
                    <a:pt x="41" y="30"/>
                    <a:pt x="41" y="3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0" y="0"/>
                  </a:cubicBezTo>
                </a:path>
              </a:pathLst>
            </a:custGeom>
            <a:solidFill>
              <a:srgbClr val="CF3C2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0" name="组合 39"/>
            <p:cNvGrpSpPr>
              <a:grpSpLocks noChangeAspect="1"/>
            </p:cNvGrpSpPr>
            <p:nvPr/>
          </p:nvGrpSpPr>
          <p:grpSpPr>
            <a:xfrm>
              <a:off x="4998728" y="4640388"/>
              <a:ext cx="288000" cy="288000"/>
              <a:chOff x="9479777" y="1641940"/>
              <a:chExt cx="360000" cy="360000"/>
            </a:xfrm>
          </p:grpSpPr>
          <p:sp>
            <p:nvSpPr>
              <p:cNvPr id="41" name="Oval 143"/>
              <p:cNvSpPr>
                <a:spLocks noChangeArrowheads="1"/>
              </p:cNvSpPr>
              <p:nvPr/>
            </p:nvSpPr>
            <p:spPr bwMode="auto">
              <a:xfrm>
                <a:off x="9479777" y="1641940"/>
                <a:ext cx="360000" cy="360000"/>
              </a:xfrm>
              <a:prstGeom prst="ellipse">
                <a:avLst/>
              </a:prstGeom>
              <a:solidFill>
                <a:srgbClr val="F5EDE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Freeform 144"/>
              <p:cNvSpPr/>
              <p:nvPr/>
            </p:nvSpPr>
            <p:spPr bwMode="auto">
              <a:xfrm>
                <a:off x="9561286" y="1726580"/>
                <a:ext cx="196981" cy="192978"/>
              </a:xfrm>
              <a:custGeom>
                <a:avLst/>
                <a:gdLst>
                  <a:gd name="T0" fmla="*/ 41 w 72"/>
                  <a:gd name="T1" fmla="*/ 0 h 71"/>
                  <a:gd name="T2" fmla="*/ 30 w 72"/>
                  <a:gd name="T3" fmla="*/ 0 h 71"/>
                  <a:gd name="T4" fmla="*/ 29 w 72"/>
                  <a:gd name="T5" fmla="*/ 1 h 71"/>
                  <a:gd name="T6" fmla="*/ 29 w 72"/>
                  <a:gd name="T7" fmla="*/ 28 h 71"/>
                  <a:gd name="T8" fmla="*/ 2 w 72"/>
                  <a:gd name="T9" fmla="*/ 28 h 71"/>
                  <a:gd name="T10" fmla="*/ 0 w 72"/>
                  <a:gd name="T11" fmla="*/ 30 h 71"/>
                  <a:gd name="T12" fmla="*/ 0 w 72"/>
                  <a:gd name="T13" fmla="*/ 41 h 71"/>
                  <a:gd name="T14" fmla="*/ 2 w 72"/>
                  <a:gd name="T15" fmla="*/ 43 h 71"/>
                  <a:gd name="T16" fmla="*/ 29 w 72"/>
                  <a:gd name="T17" fmla="*/ 43 h 71"/>
                  <a:gd name="T18" fmla="*/ 29 w 72"/>
                  <a:gd name="T19" fmla="*/ 69 h 71"/>
                  <a:gd name="T20" fmla="*/ 30 w 72"/>
                  <a:gd name="T21" fmla="*/ 71 h 71"/>
                  <a:gd name="T22" fmla="*/ 41 w 72"/>
                  <a:gd name="T23" fmla="*/ 71 h 71"/>
                  <a:gd name="T24" fmla="*/ 43 w 72"/>
                  <a:gd name="T25" fmla="*/ 69 h 71"/>
                  <a:gd name="T26" fmla="*/ 43 w 72"/>
                  <a:gd name="T27" fmla="*/ 43 h 71"/>
                  <a:gd name="T28" fmla="*/ 70 w 72"/>
                  <a:gd name="T29" fmla="*/ 43 h 71"/>
                  <a:gd name="T30" fmla="*/ 72 w 72"/>
                  <a:gd name="T31" fmla="*/ 41 h 71"/>
                  <a:gd name="T32" fmla="*/ 72 w 72"/>
                  <a:gd name="T33" fmla="*/ 30 h 71"/>
                  <a:gd name="T34" fmla="*/ 70 w 72"/>
                  <a:gd name="T35" fmla="*/ 28 h 71"/>
                  <a:gd name="T36" fmla="*/ 43 w 72"/>
                  <a:gd name="T37" fmla="*/ 28 h 71"/>
                  <a:gd name="T38" fmla="*/ 43 w 72"/>
                  <a:gd name="T39" fmla="*/ 1 h 71"/>
                  <a:gd name="T40" fmla="*/ 41 w 72"/>
                  <a:gd name="T41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2" h="71">
                    <a:moveTo>
                      <a:pt x="41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30" y="0"/>
                      <a:pt x="29" y="0"/>
                      <a:pt x="29" y="1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0" y="29"/>
                      <a:pt x="0" y="30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3"/>
                      <a:pt x="2" y="43"/>
                    </a:cubicBez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69"/>
                      <a:pt x="29" y="69"/>
                      <a:pt x="29" y="69"/>
                    </a:cubicBezTo>
                    <a:cubicBezTo>
                      <a:pt x="29" y="70"/>
                      <a:pt x="30" y="71"/>
                      <a:pt x="30" y="71"/>
                    </a:cubicBezTo>
                    <a:cubicBezTo>
                      <a:pt x="41" y="71"/>
                      <a:pt x="41" y="71"/>
                      <a:pt x="41" y="71"/>
                    </a:cubicBezTo>
                    <a:cubicBezTo>
                      <a:pt x="42" y="71"/>
                      <a:pt x="43" y="70"/>
                      <a:pt x="43" y="69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70" y="43"/>
                      <a:pt x="70" y="43"/>
                      <a:pt x="70" y="43"/>
                    </a:cubicBezTo>
                    <a:cubicBezTo>
                      <a:pt x="71" y="43"/>
                      <a:pt x="72" y="42"/>
                      <a:pt x="72" y="41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2" y="29"/>
                      <a:pt x="71" y="28"/>
                      <a:pt x="70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1"/>
                      <a:pt x="43" y="1"/>
                      <a:pt x="43" y="1"/>
                    </a:cubicBezTo>
                    <a:cubicBezTo>
                      <a:pt x="43" y="0"/>
                      <a:pt x="42" y="0"/>
                      <a:pt x="41" y="0"/>
                    </a:cubicBezTo>
                  </a:path>
                </a:pathLst>
              </a:custGeom>
              <a:solidFill>
                <a:srgbClr val="498B9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4" name="文本框 1"/>
          <p:cNvSpPr txBox="1"/>
          <p:nvPr/>
        </p:nvSpPr>
        <p:spPr>
          <a:xfrm>
            <a:off x="1679431" y="412630"/>
            <a:ext cx="10324797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000000">
                    <a:lumMod val="50000"/>
                    <a:lumOff val="50000"/>
                  </a:srgb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      </a:t>
            </a:r>
            <a:r>
              <a:rPr lang="zh-CN" altLang="en-US" sz="2800" b="1" dirty="0">
                <a:solidFill>
                  <a:srgbClr val="000000">
                    <a:lumMod val="50000"/>
                    <a:lumOff val="50000"/>
                  </a:srgb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前四阶段的任务</a:t>
            </a:r>
            <a:r>
              <a:rPr lang="en-US" altLang="zh-CN" sz="2800" b="1" dirty="0">
                <a:solidFill>
                  <a:srgbClr val="000000">
                    <a:lumMod val="50000"/>
                    <a:lumOff val="50000"/>
                  </a:srgbClr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  </a:t>
            </a:r>
            <a:endParaRPr lang="en-US" altLang="zh-CN" sz="2800" b="1" dirty="0">
              <a:solidFill>
                <a:srgbClr val="000000">
                  <a:lumMod val="50000"/>
                  <a:lumOff val="50000"/>
                </a:srgbClr>
              </a:solidFill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1019810"/>
            <a:ext cx="7334885" cy="56807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07438" y="171919"/>
            <a:ext cx="670385" cy="604428"/>
            <a:chOff x="5424755" y="1340768"/>
            <a:chExt cx="670560" cy="60458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6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15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3" name="Freeform 126"/>
          <p:cNvSpPr>
            <a:spLocks noChangeAspect="1" noEditPoints="1"/>
          </p:cNvSpPr>
          <p:nvPr/>
        </p:nvSpPr>
        <p:spPr bwMode="auto">
          <a:xfrm>
            <a:off x="611535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41" name="Group 29"/>
          <p:cNvGrpSpPr/>
          <p:nvPr/>
        </p:nvGrpSpPr>
        <p:grpSpPr>
          <a:xfrm>
            <a:off x="4687237" y="1988338"/>
            <a:ext cx="3051403" cy="3452814"/>
            <a:chOff x="4650389" y="2171699"/>
            <a:chExt cx="3051403" cy="3452814"/>
          </a:xfrm>
        </p:grpSpPr>
        <p:sp>
          <p:nvSpPr>
            <p:cNvPr id="42" name="Shape 415"/>
            <p:cNvSpPr/>
            <p:nvPr/>
          </p:nvSpPr>
          <p:spPr>
            <a:xfrm>
              <a:off x="6201604" y="2171699"/>
              <a:ext cx="1500188" cy="1685925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  <a:miter lim="400000"/>
            </a:ln>
          </p:spPr>
          <p:txBody>
            <a:bodyPr lIns="0" tIns="0" rIns="0" bIns="0"/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3" name="Shape 416"/>
            <p:cNvSpPr/>
            <p:nvPr/>
          </p:nvSpPr>
          <p:spPr>
            <a:xfrm flipH="1">
              <a:off x="5563430" y="4424058"/>
              <a:ext cx="2068178" cy="1200455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  <a:miter lim="400000"/>
            </a:ln>
          </p:spPr>
          <p:txBody>
            <a:bodyPr lIns="0" tIns="0" rIns="0" bIns="0"/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4" name="Shape 417"/>
            <p:cNvSpPr/>
            <p:nvPr/>
          </p:nvSpPr>
          <p:spPr>
            <a:xfrm flipH="1">
              <a:off x="4650389" y="2405063"/>
              <a:ext cx="722541" cy="2546062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  <a:miter lim="400000"/>
            </a:ln>
          </p:spPr>
          <p:txBody>
            <a:bodyPr lIns="0" tIns="0" rIns="0" bIns="0"/>
            <a:lstStyle/>
            <a:p>
              <a:pPr marL="0" marR="0" lvl="0" indent="0" algn="l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45" name="Shape 223"/>
          <p:cNvSpPr/>
          <p:nvPr/>
        </p:nvSpPr>
        <p:spPr bwMode="auto">
          <a:xfrm>
            <a:off x="4975756" y="1441114"/>
            <a:ext cx="1857180" cy="1987886"/>
          </a:xfrm>
          <a:custGeom>
            <a:avLst/>
            <a:gdLst>
              <a:gd name="T0" fmla="*/ 2147483646 w 21588"/>
              <a:gd name="T1" fmla="*/ 2147483646 h 21600"/>
              <a:gd name="T2" fmla="*/ 2147483646 w 21588"/>
              <a:gd name="T3" fmla="*/ 2147483646 h 21600"/>
              <a:gd name="T4" fmla="*/ 2147483646 w 21588"/>
              <a:gd name="T5" fmla="*/ 2147483646 h 21600"/>
              <a:gd name="T6" fmla="*/ 2147483646 w 21588"/>
              <a:gd name="T7" fmla="*/ 2147483646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88" h="21600" extrusionOk="0">
                <a:moveTo>
                  <a:pt x="9388" y="0"/>
                </a:moveTo>
                <a:cubicBezTo>
                  <a:pt x="9289" y="0"/>
                  <a:pt x="9192" y="29"/>
                  <a:pt x="9111" y="82"/>
                </a:cubicBezTo>
                <a:cubicBezTo>
                  <a:pt x="9024" y="140"/>
                  <a:pt x="8961" y="222"/>
                  <a:pt x="8929" y="317"/>
                </a:cubicBezTo>
                <a:cubicBezTo>
                  <a:pt x="8892" y="423"/>
                  <a:pt x="8853" y="528"/>
                  <a:pt x="8815" y="634"/>
                </a:cubicBezTo>
                <a:cubicBezTo>
                  <a:pt x="8739" y="845"/>
                  <a:pt x="8662" y="1057"/>
                  <a:pt x="8589" y="1269"/>
                </a:cubicBezTo>
                <a:cubicBezTo>
                  <a:pt x="8459" y="1642"/>
                  <a:pt x="8340" y="2016"/>
                  <a:pt x="8229" y="2393"/>
                </a:cubicBezTo>
                <a:cubicBezTo>
                  <a:pt x="6783" y="2776"/>
                  <a:pt x="5419" y="3492"/>
                  <a:pt x="4270" y="4537"/>
                </a:cubicBezTo>
                <a:cubicBezTo>
                  <a:pt x="3857" y="4449"/>
                  <a:pt x="3444" y="4366"/>
                  <a:pt x="3029" y="4287"/>
                </a:cubicBezTo>
                <a:cubicBezTo>
                  <a:pt x="2796" y="4242"/>
                  <a:pt x="2563" y="4198"/>
                  <a:pt x="2329" y="4154"/>
                </a:cubicBezTo>
                <a:cubicBezTo>
                  <a:pt x="2212" y="4132"/>
                  <a:pt x="2095" y="4112"/>
                  <a:pt x="1978" y="4089"/>
                </a:cubicBezTo>
                <a:cubicBezTo>
                  <a:pt x="1868" y="4066"/>
                  <a:pt x="1753" y="4080"/>
                  <a:pt x="1653" y="4128"/>
                </a:cubicBezTo>
                <a:cubicBezTo>
                  <a:pt x="1570" y="4168"/>
                  <a:pt x="1502" y="4228"/>
                  <a:pt x="1455" y="4303"/>
                </a:cubicBezTo>
                <a:cubicBezTo>
                  <a:pt x="1368" y="4445"/>
                  <a:pt x="1280" y="4589"/>
                  <a:pt x="1192" y="4731"/>
                </a:cubicBezTo>
                <a:cubicBezTo>
                  <a:pt x="1048" y="4967"/>
                  <a:pt x="903" y="5204"/>
                  <a:pt x="758" y="5440"/>
                </a:cubicBezTo>
                <a:cubicBezTo>
                  <a:pt x="614" y="5676"/>
                  <a:pt x="469" y="5910"/>
                  <a:pt x="324" y="6146"/>
                </a:cubicBezTo>
                <a:cubicBezTo>
                  <a:pt x="237" y="6289"/>
                  <a:pt x="150" y="6432"/>
                  <a:pt x="63" y="6575"/>
                </a:cubicBezTo>
                <a:cubicBezTo>
                  <a:pt x="14" y="6655"/>
                  <a:pt x="-7" y="6748"/>
                  <a:pt x="2" y="6840"/>
                </a:cubicBezTo>
                <a:cubicBezTo>
                  <a:pt x="12" y="6939"/>
                  <a:pt x="56" y="7031"/>
                  <a:pt x="129" y="7104"/>
                </a:cubicBezTo>
                <a:cubicBezTo>
                  <a:pt x="208" y="7187"/>
                  <a:pt x="288" y="7271"/>
                  <a:pt x="367" y="7354"/>
                </a:cubicBezTo>
                <a:cubicBezTo>
                  <a:pt x="526" y="7521"/>
                  <a:pt x="683" y="7687"/>
                  <a:pt x="843" y="7852"/>
                </a:cubicBezTo>
                <a:cubicBezTo>
                  <a:pt x="1126" y="8144"/>
                  <a:pt x="1417" y="8431"/>
                  <a:pt x="1715" y="8711"/>
                </a:cubicBezTo>
                <a:cubicBezTo>
                  <a:pt x="1356" y="10077"/>
                  <a:pt x="1356" y="11505"/>
                  <a:pt x="1711" y="12871"/>
                </a:cubicBezTo>
                <a:cubicBezTo>
                  <a:pt x="1423" y="13157"/>
                  <a:pt x="1135" y="13444"/>
                  <a:pt x="853" y="13735"/>
                </a:cubicBezTo>
                <a:cubicBezTo>
                  <a:pt x="693" y="13900"/>
                  <a:pt x="535" y="14067"/>
                  <a:pt x="376" y="14233"/>
                </a:cubicBezTo>
                <a:cubicBezTo>
                  <a:pt x="296" y="14316"/>
                  <a:pt x="217" y="14399"/>
                  <a:pt x="137" y="14482"/>
                </a:cubicBezTo>
                <a:cubicBezTo>
                  <a:pt x="60" y="14559"/>
                  <a:pt x="14" y="14658"/>
                  <a:pt x="8" y="14763"/>
                </a:cubicBezTo>
                <a:cubicBezTo>
                  <a:pt x="2" y="14850"/>
                  <a:pt x="24" y="14935"/>
                  <a:pt x="70" y="15011"/>
                </a:cubicBezTo>
                <a:cubicBezTo>
                  <a:pt x="157" y="15153"/>
                  <a:pt x="242" y="15296"/>
                  <a:pt x="329" y="15439"/>
                </a:cubicBezTo>
                <a:cubicBezTo>
                  <a:pt x="473" y="15676"/>
                  <a:pt x="618" y="15913"/>
                  <a:pt x="762" y="16149"/>
                </a:cubicBezTo>
                <a:cubicBezTo>
                  <a:pt x="906" y="16385"/>
                  <a:pt x="1049" y="16621"/>
                  <a:pt x="1192" y="16857"/>
                </a:cubicBezTo>
                <a:cubicBezTo>
                  <a:pt x="1279" y="17000"/>
                  <a:pt x="1367" y="17143"/>
                  <a:pt x="1454" y="17286"/>
                </a:cubicBezTo>
                <a:cubicBezTo>
                  <a:pt x="1503" y="17366"/>
                  <a:pt x="1577" y="17431"/>
                  <a:pt x="1666" y="17470"/>
                </a:cubicBezTo>
                <a:cubicBezTo>
                  <a:pt x="1763" y="17512"/>
                  <a:pt x="1872" y="17524"/>
                  <a:pt x="1976" y="17503"/>
                </a:cubicBezTo>
                <a:cubicBezTo>
                  <a:pt x="2093" y="17481"/>
                  <a:pt x="2208" y="17459"/>
                  <a:pt x="2325" y="17438"/>
                </a:cubicBezTo>
                <a:cubicBezTo>
                  <a:pt x="2559" y="17395"/>
                  <a:pt x="2794" y="17352"/>
                  <a:pt x="3028" y="17307"/>
                </a:cubicBezTo>
                <a:cubicBezTo>
                  <a:pt x="3436" y="17228"/>
                  <a:pt x="3843" y="17141"/>
                  <a:pt x="4247" y="17045"/>
                </a:cubicBezTo>
                <a:cubicBezTo>
                  <a:pt x="5402" y="18102"/>
                  <a:pt x="6775" y="18823"/>
                  <a:pt x="8231" y="19208"/>
                </a:cubicBezTo>
                <a:cubicBezTo>
                  <a:pt x="8353" y="19584"/>
                  <a:pt x="8478" y="19958"/>
                  <a:pt x="8609" y="20331"/>
                </a:cubicBezTo>
                <a:cubicBezTo>
                  <a:pt x="8684" y="20542"/>
                  <a:pt x="8760" y="20755"/>
                  <a:pt x="8836" y="20966"/>
                </a:cubicBezTo>
                <a:cubicBezTo>
                  <a:pt x="8874" y="21072"/>
                  <a:pt x="8911" y="21177"/>
                  <a:pt x="8948" y="21283"/>
                </a:cubicBezTo>
                <a:cubicBezTo>
                  <a:pt x="8982" y="21384"/>
                  <a:pt x="9053" y="21470"/>
                  <a:pt x="9147" y="21527"/>
                </a:cubicBezTo>
                <a:cubicBezTo>
                  <a:pt x="9225" y="21575"/>
                  <a:pt x="9316" y="21600"/>
                  <a:pt x="9409" y="21600"/>
                </a:cubicBezTo>
                <a:cubicBezTo>
                  <a:pt x="9584" y="21600"/>
                  <a:pt x="9759" y="21600"/>
                  <a:pt x="9934" y="21600"/>
                </a:cubicBezTo>
                <a:cubicBezTo>
                  <a:pt x="10225" y="21600"/>
                  <a:pt x="10517" y="21600"/>
                  <a:pt x="10808" y="21600"/>
                </a:cubicBezTo>
                <a:cubicBezTo>
                  <a:pt x="11099" y="21600"/>
                  <a:pt x="11390" y="21600"/>
                  <a:pt x="11681" y="21600"/>
                </a:cubicBezTo>
                <a:cubicBezTo>
                  <a:pt x="11857" y="21600"/>
                  <a:pt x="12032" y="21600"/>
                  <a:pt x="12207" y="21600"/>
                </a:cubicBezTo>
                <a:cubicBezTo>
                  <a:pt x="12306" y="21600"/>
                  <a:pt x="12403" y="21571"/>
                  <a:pt x="12484" y="21518"/>
                </a:cubicBezTo>
                <a:cubicBezTo>
                  <a:pt x="12571" y="21460"/>
                  <a:pt x="12636" y="21378"/>
                  <a:pt x="12667" y="21283"/>
                </a:cubicBezTo>
                <a:cubicBezTo>
                  <a:pt x="12705" y="21177"/>
                  <a:pt x="12742" y="21072"/>
                  <a:pt x="12780" y="20966"/>
                </a:cubicBezTo>
                <a:cubicBezTo>
                  <a:pt x="12856" y="20755"/>
                  <a:pt x="12933" y="20543"/>
                  <a:pt x="13006" y="20331"/>
                </a:cubicBezTo>
                <a:cubicBezTo>
                  <a:pt x="13136" y="19957"/>
                  <a:pt x="13257" y="19582"/>
                  <a:pt x="13368" y="19204"/>
                </a:cubicBezTo>
                <a:cubicBezTo>
                  <a:pt x="14806" y="18819"/>
                  <a:pt x="16164" y="18104"/>
                  <a:pt x="17308" y="17063"/>
                </a:cubicBezTo>
                <a:cubicBezTo>
                  <a:pt x="17720" y="17151"/>
                  <a:pt x="18131" y="17234"/>
                  <a:pt x="18545" y="17313"/>
                </a:cubicBezTo>
                <a:cubicBezTo>
                  <a:pt x="18779" y="17358"/>
                  <a:pt x="19013" y="17402"/>
                  <a:pt x="19247" y="17446"/>
                </a:cubicBezTo>
                <a:cubicBezTo>
                  <a:pt x="19364" y="17468"/>
                  <a:pt x="19481" y="17490"/>
                  <a:pt x="19598" y="17512"/>
                </a:cubicBezTo>
                <a:cubicBezTo>
                  <a:pt x="19708" y="17535"/>
                  <a:pt x="19823" y="17521"/>
                  <a:pt x="19923" y="17473"/>
                </a:cubicBezTo>
                <a:cubicBezTo>
                  <a:pt x="20006" y="17434"/>
                  <a:pt x="20074" y="17372"/>
                  <a:pt x="20121" y="17297"/>
                </a:cubicBezTo>
                <a:cubicBezTo>
                  <a:pt x="20208" y="17155"/>
                  <a:pt x="20295" y="17013"/>
                  <a:pt x="20382" y="16870"/>
                </a:cubicBezTo>
                <a:cubicBezTo>
                  <a:pt x="20526" y="16634"/>
                  <a:pt x="20671" y="16398"/>
                  <a:pt x="20816" y="16162"/>
                </a:cubicBezTo>
                <a:cubicBezTo>
                  <a:pt x="20961" y="15926"/>
                  <a:pt x="21106" y="15690"/>
                  <a:pt x="21250" y="15454"/>
                </a:cubicBezTo>
                <a:cubicBezTo>
                  <a:pt x="21337" y="15311"/>
                  <a:pt x="21426" y="15169"/>
                  <a:pt x="21513" y="15027"/>
                </a:cubicBezTo>
                <a:cubicBezTo>
                  <a:pt x="21562" y="14946"/>
                  <a:pt x="21583" y="14852"/>
                  <a:pt x="21574" y="14760"/>
                </a:cubicBezTo>
                <a:cubicBezTo>
                  <a:pt x="21564" y="14661"/>
                  <a:pt x="21518" y="14569"/>
                  <a:pt x="21446" y="14496"/>
                </a:cubicBezTo>
                <a:cubicBezTo>
                  <a:pt x="21366" y="14413"/>
                  <a:pt x="21288" y="14329"/>
                  <a:pt x="21209" y="14246"/>
                </a:cubicBezTo>
                <a:cubicBezTo>
                  <a:pt x="21050" y="14079"/>
                  <a:pt x="20891" y="13913"/>
                  <a:pt x="20731" y="13748"/>
                </a:cubicBezTo>
                <a:cubicBezTo>
                  <a:pt x="20448" y="13455"/>
                  <a:pt x="20157" y="13169"/>
                  <a:pt x="19859" y="12889"/>
                </a:cubicBezTo>
                <a:cubicBezTo>
                  <a:pt x="20217" y="11525"/>
                  <a:pt x="20219" y="10099"/>
                  <a:pt x="19865" y="8733"/>
                </a:cubicBezTo>
                <a:lnTo>
                  <a:pt x="19872" y="8743"/>
                </a:lnTo>
                <a:cubicBezTo>
                  <a:pt x="20165" y="8453"/>
                  <a:pt x="20455" y="8161"/>
                  <a:pt x="20742" y="7865"/>
                </a:cubicBezTo>
                <a:cubicBezTo>
                  <a:pt x="20902" y="7700"/>
                  <a:pt x="21060" y="7533"/>
                  <a:pt x="21219" y="7367"/>
                </a:cubicBezTo>
                <a:cubicBezTo>
                  <a:pt x="21299" y="7284"/>
                  <a:pt x="21378" y="7201"/>
                  <a:pt x="21458" y="7118"/>
                </a:cubicBezTo>
                <a:cubicBezTo>
                  <a:pt x="21535" y="7041"/>
                  <a:pt x="21581" y="6942"/>
                  <a:pt x="21587" y="6837"/>
                </a:cubicBezTo>
                <a:cubicBezTo>
                  <a:pt x="21593" y="6750"/>
                  <a:pt x="21573" y="6665"/>
                  <a:pt x="21527" y="6589"/>
                </a:cubicBezTo>
                <a:cubicBezTo>
                  <a:pt x="21440" y="6447"/>
                  <a:pt x="21353" y="6304"/>
                  <a:pt x="21266" y="6161"/>
                </a:cubicBezTo>
                <a:cubicBezTo>
                  <a:pt x="21122" y="5924"/>
                  <a:pt x="20979" y="5687"/>
                  <a:pt x="20835" y="5451"/>
                </a:cubicBezTo>
                <a:cubicBezTo>
                  <a:pt x="20691" y="5215"/>
                  <a:pt x="20546" y="4979"/>
                  <a:pt x="20403" y="4743"/>
                </a:cubicBezTo>
                <a:cubicBezTo>
                  <a:pt x="20316" y="4600"/>
                  <a:pt x="20230" y="4457"/>
                  <a:pt x="20143" y="4314"/>
                </a:cubicBezTo>
                <a:cubicBezTo>
                  <a:pt x="20094" y="4234"/>
                  <a:pt x="20018" y="4169"/>
                  <a:pt x="19929" y="4130"/>
                </a:cubicBezTo>
                <a:cubicBezTo>
                  <a:pt x="19832" y="4088"/>
                  <a:pt x="19725" y="4076"/>
                  <a:pt x="19621" y="4097"/>
                </a:cubicBezTo>
                <a:cubicBezTo>
                  <a:pt x="19504" y="4119"/>
                  <a:pt x="19387" y="4142"/>
                  <a:pt x="19270" y="4164"/>
                </a:cubicBezTo>
                <a:cubicBezTo>
                  <a:pt x="19036" y="4207"/>
                  <a:pt x="18801" y="4248"/>
                  <a:pt x="18567" y="4293"/>
                </a:cubicBezTo>
                <a:cubicBezTo>
                  <a:pt x="18153" y="4373"/>
                  <a:pt x="17740" y="4461"/>
                  <a:pt x="17331" y="4558"/>
                </a:cubicBezTo>
                <a:cubicBezTo>
                  <a:pt x="16182" y="3506"/>
                  <a:pt x="14817" y="2785"/>
                  <a:pt x="13370" y="2398"/>
                </a:cubicBezTo>
                <a:cubicBezTo>
                  <a:pt x="13247" y="2020"/>
                  <a:pt x="13118" y="1644"/>
                  <a:pt x="12986" y="1269"/>
                </a:cubicBezTo>
                <a:cubicBezTo>
                  <a:pt x="12911" y="1058"/>
                  <a:pt x="12835" y="845"/>
                  <a:pt x="12759" y="634"/>
                </a:cubicBezTo>
                <a:cubicBezTo>
                  <a:pt x="12721" y="528"/>
                  <a:pt x="12684" y="423"/>
                  <a:pt x="12647" y="317"/>
                </a:cubicBezTo>
                <a:cubicBezTo>
                  <a:pt x="12613" y="216"/>
                  <a:pt x="12544" y="130"/>
                  <a:pt x="12449" y="73"/>
                </a:cubicBezTo>
                <a:cubicBezTo>
                  <a:pt x="12372" y="25"/>
                  <a:pt x="12281" y="0"/>
                  <a:pt x="12188" y="0"/>
                </a:cubicBezTo>
                <a:cubicBezTo>
                  <a:pt x="12013" y="0"/>
                  <a:pt x="11836" y="0"/>
                  <a:pt x="11661" y="0"/>
                </a:cubicBezTo>
                <a:cubicBezTo>
                  <a:pt x="11370" y="0"/>
                  <a:pt x="11078" y="0"/>
                  <a:pt x="10787" y="0"/>
                </a:cubicBezTo>
                <a:cubicBezTo>
                  <a:pt x="10496" y="0"/>
                  <a:pt x="10206" y="0"/>
                  <a:pt x="9915" y="0"/>
                </a:cubicBezTo>
                <a:cubicBezTo>
                  <a:pt x="9740" y="0"/>
                  <a:pt x="9563" y="0"/>
                  <a:pt x="9388" y="0"/>
                </a:cubicBezTo>
                <a:close/>
                <a:moveTo>
                  <a:pt x="10787" y="5228"/>
                </a:moveTo>
                <a:cubicBezTo>
                  <a:pt x="12313" y="5228"/>
                  <a:pt x="13839" y="5771"/>
                  <a:pt x="15002" y="6859"/>
                </a:cubicBezTo>
                <a:cubicBezTo>
                  <a:pt x="17330" y="9035"/>
                  <a:pt x="17330" y="12565"/>
                  <a:pt x="15002" y="14741"/>
                </a:cubicBezTo>
                <a:cubicBezTo>
                  <a:pt x="12675" y="16917"/>
                  <a:pt x="8901" y="16917"/>
                  <a:pt x="6574" y="14741"/>
                </a:cubicBezTo>
                <a:cubicBezTo>
                  <a:pt x="4246" y="12565"/>
                  <a:pt x="4246" y="9035"/>
                  <a:pt x="6574" y="6859"/>
                </a:cubicBezTo>
                <a:cubicBezTo>
                  <a:pt x="7737" y="5771"/>
                  <a:pt x="9262" y="5228"/>
                  <a:pt x="10787" y="5228"/>
                </a:cubicBezTo>
                <a:close/>
              </a:path>
            </a:pathLst>
          </a:custGeom>
          <a:solidFill>
            <a:srgbClr val="324D8A"/>
          </a:solidFill>
          <a:ln>
            <a:noFill/>
          </a:ln>
        </p:spPr>
        <p:txBody>
          <a:bodyPr lIns="13547" tIns="13547" rIns="13547" bIns="13547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6" name="Shape 223"/>
          <p:cNvSpPr/>
          <p:nvPr/>
        </p:nvSpPr>
        <p:spPr bwMode="auto">
          <a:xfrm rot="21113752">
            <a:off x="4191288" y="3591647"/>
            <a:ext cx="2312174" cy="2474902"/>
          </a:xfrm>
          <a:custGeom>
            <a:avLst/>
            <a:gdLst>
              <a:gd name="T0" fmla="*/ 2147483646 w 21588"/>
              <a:gd name="T1" fmla="*/ 2147483646 h 21600"/>
              <a:gd name="T2" fmla="*/ 2147483646 w 21588"/>
              <a:gd name="T3" fmla="*/ 2147483646 h 21600"/>
              <a:gd name="T4" fmla="*/ 2147483646 w 21588"/>
              <a:gd name="T5" fmla="*/ 2147483646 h 21600"/>
              <a:gd name="T6" fmla="*/ 2147483646 w 21588"/>
              <a:gd name="T7" fmla="*/ 2147483646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88" h="21600" extrusionOk="0">
                <a:moveTo>
                  <a:pt x="9388" y="0"/>
                </a:moveTo>
                <a:cubicBezTo>
                  <a:pt x="9289" y="0"/>
                  <a:pt x="9192" y="29"/>
                  <a:pt x="9111" y="82"/>
                </a:cubicBezTo>
                <a:cubicBezTo>
                  <a:pt x="9024" y="140"/>
                  <a:pt x="8961" y="222"/>
                  <a:pt x="8929" y="317"/>
                </a:cubicBezTo>
                <a:cubicBezTo>
                  <a:pt x="8892" y="423"/>
                  <a:pt x="8853" y="528"/>
                  <a:pt x="8815" y="634"/>
                </a:cubicBezTo>
                <a:cubicBezTo>
                  <a:pt x="8739" y="845"/>
                  <a:pt x="8662" y="1057"/>
                  <a:pt x="8589" y="1269"/>
                </a:cubicBezTo>
                <a:cubicBezTo>
                  <a:pt x="8459" y="1642"/>
                  <a:pt x="8340" y="2016"/>
                  <a:pt x="8229" y="2393"/>
                </a:cubicBezTo>
                <a:cubicBezTo>
                  <a:pt x="6783" y="2776"/>
                  <a:pt x="5419" y="3492"/>
                  <a:pt x="4270" y="4537"/>
                </a:cubicBezTo>
                <a:cubicBezTo>
                  <a:pt x="3857" y="4449"/>
                  <a:pt x="3444" y="4366"/>
                  <a:pt x="3029" y="4287"/>
                </a:cubicBezTo>
                <a:cubicBezTo>
                  <a:pt x="2796" y="4242"/>
                  <a:pt x="2563" y="4198"/>
                  <a:pt x="2329" y="4154"/>
                </a:cubicBezTo>
                <a:cubicBezTo>
                  <a:pt x="2212" y="4132"/>
                  <a:pt x="2095" y="4112"/>
                  <a:pt x="1978" y="4089"/>
                </a:cubicBezTo>
                <a:cubicBezTo>
                  <a:pt x="1868" y="4066"/>
                  <a:pt x="1753" y="4080"/>
                  <a:pt x="1653" y="4128"/>
                </a:cubicBezTo>
                <a:cubicBezTo>
                  <a:pt x="1570" y="4168"/>
                  <a:pt x="1502" y="4228"/>
                  <a:pt x="1455" y="4303"/>
                </a:cubicBezTo>
                <a:cubicBezTo>
                  <a:pt x="1368" y="4445"/>
                  <a:pt x="1280" y="4589"/>
                  <a:pt x="1192" y="4731"/>
                </a:cubicBezTo>
                <a:cubicBezTo>
                  <a:pt x="1048" y="4967"/>
                  <a:pt x="903" y="5204"/>
                  <a:pt x="758" y="5440"/>
                </a:cubicBezTo>
                <a:cubicBezTo>
                  <a:pt x="614" y="5676"/>
                  <a:pt x="469" y="5910"/>
                  <a:pt x="324" y="6146"/>
                </a:cubicBezTo>
                <a:cubicBezTo>
                  <a:pt x="237" y="6289"/>
                  <a:pt x="150" y="6432"/>
                  <a:pt x="63" y="6575"/>
                </a:cubicBezTo>
                <a:cubicBezTo>
                  <a:pt x="14" y="6655"/>
                  <a:pt x="-7" y="6748"/>
                  <a:pt x="2" y="6840"/>
                </a:cubicBezTo>
                <a:cubicBezTo>
                  <a:pt x="12" y="6939"/>
                  <a:pt x="56" y="7031"/>
                  <a:pt x="129" y="7104"/>
                </a:cubicBezTo>
                <a:cubicBezTo>
                  <a:pt x="208" y="7187"/>
                  <a:pt x="288" y="7271"/>
                  <a:pt x="367" y="7354"/>
                </a:cubicBezTo>
                <a:cubicBezTo>
                  <a:pt x="526" y="7521"/>
                  <a:pt x="683" y="7687"/>
                  <a:pt x="843" y="7852"/>
                </a:cubicBezTo>
                <a:cubicBezTo>
                  <a:pt x="1126" y="8144"/>
                  <a:pt x="1417" y="8431"/>
                  <a:pt x="1715" y="8711"/>
                </a:cubicBezTo>
                <a:cubicBezTo>
                  <a:pt x="1356" y="10077"/>
                  <a:pt x="1356" y="11505"/>
                  <a:pt x="1711" y="12871"/>
                </a:cubicBezTo>
                <a:cubicBezTo>
                  <a:pt x="1423" y="13157"/>
                  <a:pt x="1135" y="13444"/>
                  <a:pt x="853" y="13735"/>
                </a:cubicBezTo>
                <a:cubicBezTo>
                  <a:pt x="693" y="13900"/>
                  <a:pt x="535" y="14067"/>
                  <a:pt x="376" y="14233"/>
                </a:cubicBezTo>
                <a:cubicBezTo>
                  <a:pt x="296" y="14316"/>
                  <a:pt x="217" y="14399"/>
                  <a:pt x="137" y="14482"/>
                </a:cubicBezTo>
                <a:cubicBezTo>
                  <a:pt x="60" y="14559"/>
                  <a:pt x="14" y="14658"/>
                  <a:pt x="8" y="14763"/>
                </a:cubicBezTo>
                <a:cubicBezTo>
                  <a:pt x="2" y="14850"/>
                  <a:pt x="24" y="14935"/>
                  <a:pt x="70" y="15011"/>
                </a:cubicBezTo>
                <a:cubicBezTo>
                  <a:pt x="157" y="15153"/>
                  <a:pt x="242" y="15296"/>
                  <a:pt x="329" y="15439"/>
                </a:cubicBezTo>
                <a:cubicBezTo>
                  <a:pt x="473" y="15676"/>
                  <a:pt x="618" y="15913"/>
                  <a:pt x="762" y="16149"/>
                </a:cubicBezTo>
                <a:cubicBezTo>
                  <a:pt x="906" y="16385"/>
                  <a:pt x="1049" y="16621"/>
                  <a:pt x="1192" y="16857"/>
                </a:cubicBezTo>
                <a:cubicBezTo>
                  <a:pt x="1279" y="17000"/>
                  <a:pt x="1367" y="17143"/>
                  <a:pt x="1454" y="17286"/>
                </a:cubicBezTo>
                <a:cubicBezTo>
                  <a:pt x="1503" y="17366"/>
                  <a:pt x="1577" y="17431"/>
                  <a:pt x="1666" y="17470"/>
                </a:cubicBezTo>
                <a:cubicBezTo>
                  <a:pt x="1763" y="17512"/>
                  <a:pt x="1872" y="17524"/>
                  <a:pt x="1976" y="17503"/>
                </a:cubicBezTo>
                <a:cubicBezTo>
                  <a:pt x="2093" y="17481"/>
                  <a:pt x="2208" y="17459"/>
                  <a:pt x="2325" y="17438"/>
                </a:cubicBezTo>
                <a:cubicBezTo>
                  <a:pt x="2559" y="17395"/>
                  <a:pt x="2794" y="17352"/>
                  <a:pt x="3028" y="17307"/>
                </a:cubicBezTo>
                <a:cubicBezTo>
                  <a:pt x="3436" y="17228"/>
                  <a:pt x="3843" y="17141"/>
                  <a:pt x="4247" y="17045"/>
                </a:cubicBezTo>
                <a:cubicBezTo>
                  <a:pt x="5402" y="18102"/>
                  <a:pt x="6775" y="18823"/>
                  <a:pt x="8231" y="19208"/>
                </a:cubicBezTo>
                <a:cubicBezTo>
                  <a:pt x="8353" y="19584"/>
                  <a:pt x="8478" y="19958"/>
                  <a:pt x="8609" y="20331"/>
                </a:cubicBezTo>
                <a:cubicBezTo>
                  <a:pt x="8684" y="20542"/>
                  <a:pt x="8760" y="20755"/>
                  <a:pt x="8836" y="20966"/>
                </a:cubicBezTo>
                <a:cubicBezTo>
                  <a:pt x="8874" y="21072"/>
                  <a:pt x="8911" y="21177"/>
                  <a:pt x="8948" y="21283"/>
                </a:cubicBezTo>
                <a:cubicBezTo>
                  <a:pt x="8982" y="21384"/>
                  <a:pt x="9053" y="21470"/>
                  <a:pt x="9147" y="21527"/>
                </a:cubicBezTo>
                <a:cubicBezTo>
                  <a:pt x="9225" y="21575"/>
                  <a:pt x="9316" y="21600"/>
                  <a:pt x="9409" y="21600"/>
                </a:cubicBezTo>
                <a:cubicBezTo>
                  <a:pt x="9584" y="21600"/>
                  <a:pt x="9759" y="21600"/>
                  <a:pt x="9934" y="21600"/>
                </a:cubicBezTo>
                <a:cubicBezTo>
                  <a:pt x="10225" y="21600"/>
                  <a:pt x="10517" y="21600"/>
                  <a:pt x="10808" y="21600"/>
                </a:cubicBezTo>
                <a:cubicBezTo>
                  <a:pt x="11099" y="21600"/>
                  <a:pt x="11390" y="21600"/>
                  <a:pt x="11681" y="21600"/>
                </a:cubicBezTo>
                <a:cubicBezTo>
                  <a:pt x="11857" y="21600"/>
                  <a:pt x="12032" y="21600"/>
                  <a:pt x="12207" y="21600"/>
                </a:cubicBezTo>
                <a:cubicBezTo>
                  <a:pt x="12306" y="21600"/>
                  <a:pt x="12403" y="21571"/>
                  <a:pt x="12484" y="21518"/>
                </a:cubicBezTo>
                <a:cubicBezTo>
                  <a:pt x="12571" y="21460"/>
                  <a:pt x="12636" y="21378"/>
                  <a:pt x="12667" y="21283"/>
                </a:cubicBezTo>
                <a:cubicBezTo>
                  <a:pt x="12705" y="21177"/>
                  <a:pt x="12742" y="21072"/>
                  <a:pt x="12780" y="20966"/>
                </a:cubicBezTo>
                <a:cubicBezTo>
                  <a:pt x="12856" y="20755"/>
                  <a:pt x="12933" y="20543"/>
                  <a:pt x="13006" y="20331"/>
                </a:cubicBezTo>
                <a:cubicBezTo>
                  <a:pt x="13136" y="19957"/>
                  <a:pt x="13257" y="19582"/>
                  <a:pt x="13368" y="19204"/>
                </a:cubicBezTo>
                <a:cubicBezTo>
                  <a:pt x="14806" y="18819"/>
                  <a:pt x="16164" y="18104"/>
                  <a:pt x="17308" y="17063"/>
                </a:cubicBezTo>
                <a:cubicBezTo>
                  <a:pt x="17720" y="17151"/>
                  <a:pt x="18131" y="17234"/>
                  <a:pt x="18545" y="17313"/>
                </a:cubicBezTo>
                <a:cubicBezTo>
                  <a:pt x="18779" y="17358"/>
                  <a:pt x="19013" y="17402"/>
                  <a:pt x="19247" y="17446"/>
                </a:cubicBezTo>
                <a:cubicBezTo>
                  <a:pt x="19364" y="17468"/>
                  <a:pt x="19481" y="17490"/>
                  <a:pt x="19598" y="17512"/>
                </a:cubicBezTo>
                <a:cubicBezTo>
                  <a:pt x="19708" y="17535"/>
                  <a:pt x="19823" y="17521"/>
                  <a:pt x="19923" y="17473"/>
                </a:cubicBezTo>
                <a:cubicBezTo>
                  <a:pt x="20006" y="17434"/>
                  <a:pt x="20074" y="17372"/>
                  <a:pt x="20121" y="17297"/>
                </a:cubicBezTo>
                <a:cubicBezTo>
                  <a:pt x="20208" y="17155"/>
                  <a:pt x="20295" y="17013"/>
                  <a:pt x="20382" y="16870"/>
                </a:cubicBezTo>
                <a:cubicBezTo>
                  <a:pt x="20526" y="16634"/>
                  <a:pt x="20671" y="16398"/>
                  <a:pt x="20816" y="16162"/>
                </a:cubicBezTo>
                <a:cubicBezTo>
                  <a:pt x="20961" y="15926"/>
                  <a:pt x="21106" y="15690"/>
                  <a:pt x="21250" y="15454"/>
                </a:cubicBezTo>
                <a:cubicBezTo>
                  <a:pt x="21337" y="15311"/>
                  <a:pt x="21426" y="15169"/>
                  <a:pt x="21513" y="15027"/>
                </a:cubicBezTo>
                <a:cubicBezTo>
                  <a:pt x="21562" y="14946"/>
                  <a:pt x="21583" y="14852"/>
                  <a:pt x="21574" y="14760"/>
                </a:cubicBezTo>
                <a:cubicBezTo>
                  <a:pt x="21564" y="14661"/>
                  <a:pt x="21518" y="14569"/>
                  <a:pt x="21446" y="14496"/>
                </a:cubicBezTo>
                <a:cubicBezTo>
                  <a:pt x="21366" y="14413"/>
                  <a:pt x="21288" y="14329"/>
                  <a:pt x="21209" y="14246"/>
                </a:cubicBezTo>
                <a:cubicBezTo>
                  <a:pt x="21050" y="14079"/>
                  <a:pt x="20891" y="13913"/>
                  <a:pt x="20731" y="13748"/>
                </a:cubicBezTo>
                <a:cubicBezTo>
                  <a:pt x="20448" y="13455"/>
                  <a:pt x="20157" y="13169"/>
                  <a:pt x="19859" y="12889"/>
                </a:cubicBezTo>
                <a:cubicBezTo>
                  <a:pt x="20217" y="11525"/>
                  <a:pt x="20219" y="10099"/>
                  <a:pt x="19865" y="8733"/>
                </a:cubicBezTo>
                <a:lnTo>
                  <a:pt x="19872" y="8743"/>
                </a:lnTo>
                <a:cubicBezTo>
                  <a:pt x="20165" y="8453"/>
                  <a:pt x="20455" y="8161"/>
                  <a:pt x="20742" y="7865"/>
                </a:cubicBezTo>
                <a:cubicBezTo>
                  <a:pt x="20902" y="7700"/>
                  <a:pt x="21060" y="7533"/>
                  <a:pt x="21219" y="7367"/>
                </a:cubicBezTo>
                <a:cubicBezTo>
                  <a:pt x="21299" y="7284"/>
                  <a:pt x="21378" y="7201"/>
                  <a:pt x="21458" y="7118"/>
                </a:cubicBezTo>
                <a:cubicBezTo>
                  <a:pt x="21535" y="7041"/>
                  <a:pt x="21581" y="6942"/>
                  <a:pt x="21587" y="6837"/>
                </a:cubicBezTo>
                <a:cubicBezTo>
                  <a:pt x="21593" y="6750"/>
                  <a:pt x="21573" y="6665"/>
                  <a:pt x="21527" y="6589"/>
                </a:cubicBezTo>
                <a:cubicBezTo>
                  <a:pt x="21440" y="6447"/>
                  <a:pt x="21353" y="6304"/>
                  <a:pt x="21266" y="6161"/>
                </a:cubicBezTo>
                <a:cubicBezTo>
                  <a:pt x="21122" y="5924"/>
                  <a:pt x="20979" y="5687"/>
                  <a:pt x="20835" y="5451"/>
                </a:cubicBezTo>
                <a:cubicBezTo>
                  <a:pt x="20691" y="5215"/>
                  <a:pt x="20546" y="4979"/>
                  <a:pt x="20403" y="4743"/>
                </a:cubicBezTo>
                <a:cubicBezTo>
                  <a:pt x="20316" y="4600"/>
                  <a:pt x="20230" y="4457"/>
                  <a:pt x="20143" y="4314"/>
                </a:cubicBezTo>
                <a:cubicBezTo>
                  <a:pt x="20094" y="4234"/>
                  <a:pt x="20018" y="4169"/>
                  <a:pt x="19929" y="4130"/>
                </a:cubicBezTo>
                <a:cubicBezTo>
                  <a:pt x="19832" y="4088"/>
                  <a:pt x="19725" y="4076"/>
                  <a:pt x="19621" y="4097"/>
                </a:cubicBezTo>
                <a:cubicBezTo>
                  <a:pt x="19504" y="4119"/>
                  <a:pt x="19387" y="4142"/>
                  <a:pt x="19270" y="4164"/>
                </a:cubicBezTo>
                <a:cubicBezTo>
                  <a:pt x="19036" y="4207"/>
                  <a:pt x="18801" y="4248"/>
                  <a:pt x="18567" y="4293"/>
                </a:cubicBezTo>
                <a:cubicBezTo>
                  <a:pt x="18153" y="4373"/>
                  <a:pt x="17740" y="4461"/>
                  <a:pt x="17331" y="4558"/>
                </a:cubicBezTo>
                <a:cubicBezTo>
                  <a:pt x="16182" y="3506"/>
                  <a:pt x="14817" y="2785"/>
                  <a:pt x="13370" y="2398"/>
                </a:cubicBezTo>
                <a:cubicBezTo>
                  <a:pt x="13247" y="2020"/>
                  <a:pt x="13118" y="1644"/>
                  <a:pt x="12986" y="1269"/>
                </a:cubicBezTo>
                <a:cubicBezTo>
                  <a:pt x="12911" y="1058"/>
                  <a:pt x="12835" y="845"/>
                  <a:pt x="12759" y="634"/>
                </a:cubicBezTo>
                <a:cubicBezTo>
                  <a:pt x="12721" y="528"/>
                  <a:pt x="12684" y="423"/>
                  <a:pt x="12647" y="317"/>
                </a:cubicBezTo>
                <a:cubicBezTo>
                  <a:pt x="12613" y="216"/>
                  <a:pt x="12544" y="130"/>
                  <a:pt x="12449" y="73"/>
                </a:cubicBezTo>
                <a:cubicBezTo>
                  <a:pt x="12372" y="25"/>
                  <a:pt x="12281" y="0"/>
                  <a:pt x="12188" y="0"/>
                </a:cubicBezTo>
                <a:cubicBezTo>
                  <a:pt x="12013" y="0"/>
                  <a:pt x="11836" y="0"/>
                  <a:pt x="11661" y="0"/>
                </a:cubicBezTo>
                <a:cubicBezTo>
                  <a:pt x="11370" y="0"/>
                  <a:pt x="11078" y="0"/>
                  <a:pt x="10787" y="0"/>
                </a:cubicBezTo>
                <a:cubicBezTo>
                  <a:pt x="10496" y="0"/>
                  <a:pt x="10206" y="0"/>
                  <a:pt x="9915" y="0"/>
                </a:cubicBezTo>
                <a:cubicBezTo>
                  <a:pt x="9740" y="0"/>
                  <a:pt x="9563" y="0"/>
                  <a:pt x="9388" y="0"/>
                </a:cubicBezTo>
                <a:close/>
                <a:moveTo>
                  <a:pt x="10787" y="5228"/>
                </a:moveTo>
                <a:cubicBezTo>
                  <a:pt x="12313" y="5228"/>
                  <a:pt x="13839" y="5771"/>
                  <a:pt x="15002" y="6859"/>
                </a:cubicBezTo>
                <a:cubicBezTo>
                  <a:pt x="17330" y="9035"/>
                  <a:pt x="17330" y="12565"/>
                  <a:pt x="15002" y="14741"/>
                </a:cubicBezTo>
                <a:cubicBezTo>
                  <a:pt x="12675" y="16917"/>
                  <a:pt x="8901" y="16917"/>
                  <a:pt x="6574" y="14741"/>
                </a:cubicBezTo>
                <a:cubicBezTo>
                  <a:pt x="4246" y="12565"/>
                  <a:pt x="4246" y="9035"/>
                  <a:pt x="6574" y="6859"/>
                </a:cubicBezTo>
                <a:cubicBezTo>
                  <a:pt x="7737" y="5771"/>
                  <a:pt x="9262" y="5228"/>
                  <a:pt x="10787" y="5228"/>
                </a:cubicBezTo>
                <a:close/>
              </a:path>
            </a:pathLst>
          </a:custGeom>
          <a:solidFill>
            <a:srgbClr val="324D8A"/>
          </a:solidFill>
          <a:ln>
            <a:noFill/>
          </a:ln>
        </p:spPr>
        <p:txBody>
          <a:bodyPr lIns="13547" tIns="13547" rIns="13547" bIns="13547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7" name="Shape 223"/>
          <p:cNvSpPr/>
          <p:nvPr/>
        </p:nvSpPr>
        <p:spPr bwMode="auto">
          <a:xfrm>
            <a:off x="6664450" y="3126252"/>
            <a:ext cx="1459242" cy="1561942"/>
          </a:xfrm>
          <a:custGeom>
            <a:avLst/>
            <a:gdLst>
              <a:gd name="T0" fmla="*/ 2147483646 w 21588"/>
              <a:gd name="T1" fmla="*/ 2147483646 h 21600"/>
              <a:gd name="T2" fmla="*/ 2147483646 w 21588"/>
              <a:gd name="T3" fmla="*/ 2147483646 h 21600"/>
              <a:gd name="T4" fmla="*/ 2147483646 w 21588"/>
              <a:gd name="T5" fmla="*/ 2147483646 h 21600"/>
              <a:gd name="T6" fmla="*/ 2147483646 w 21588"/>
              <a:gd name="T7" fmla="*/ 2147483646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88" h="21600" extrusionOk="0">
                <a:moveTo>
                  <a:pt x="9388" y="0"/>
                </a:moveTo>
                <a:cubicBezTo>
                  <a:pt x="9289" y="0"/>
                  <a:pt x="9192" y="29"/>
                  <a:pt x="9111" y="82"/>
                </a:cubicBezTo>
                <a:cubicBezTo>
                  <a:pt x="9024" y="140"/>
                  <a:pt x="8961" y="222"/>
                  <a:pt x="8929" y="317"/>
                </a:cubicBezTo>
                <a:cubicBezTo>
                  <a:pt x="8892" y="423"/>
                  <a:pt x="8853" y="528"/>
                  <a:pt x="8815" y="634"/>
                </a:cubicBezTo>
                <a:cubicBezTo>
                  <a:pt x="8739" y="845"/>
                  <a:pt x="8662" y="1057"/>
                  <a:pt x="8589" y="1269"/>
                </a:cubicBezTo>
                <a:cubicBezTo>
                  <a:pt x="8459" y="1642"/>
                  <a:pt x="8340" y="2016"/>
                  <a:pt x="8229" y="2393"/>
                </a:cubicBezTo>
                <a:cubicBezTo>
                  <a:pt x="6783" y="2776"/>
                  <a:pt x="5419" y="3492"/>
                  <a:pt x="4270" y="4537"/>
                </a:cubicBezTo>
                <a:cubicBezTo>
                  <a:pt x="3857" y="4449"/>
                  <a:pt x="3444" y="4366"/>
                  <a:pt x="3029" y="4287"/>
                </a:cubicBezTo>
                <a:cubicBezTo>
                  <a:pt x="2796" y="4242"/>
                  <a:pt x="2563" y="4198"/>
                  <a:pt x="2329" y="4154"/>
                </a:cubicBezTo>
                <a:cubicBezTo>
                  <a:pt x="2212" y="4132"/>
                  <a:pt x="2095" y="4112"/>
                  <a:pt x="1978" y="4089"/>
                </a:cubicBezTo>
                <a:cubicBezTo>
                  <a:pt x="1868" y="4066"/>
                  <a:pt x="1753" y="4080"/>
                  <a:pt x="1653" y="4128"/>
                </a:cubicBezTo>
                <a:cubicBezTo>
                  <a:pt x="1570" y="4168"/>
                  <a:pt x="1502" y="4228"/>
                  <a:pt x="1455" y="4303"/>
                </a:cubicBezTo>
                <a:cubicBezTo>
                  <a:pt x="1368" y="4445"/>
                  <a:pt x="1280" y="4589"/>
                  <a:pt x="1192" y="4731"/>
                </a:cubicBezTo>
                <a:cubicBezTo>
                  <a:pt x="1048" y="4967"/>
                  <a:pt x="903" y="5204"/>
                  <a:pt x="758" y="5440"/>
                </a:cubicBezTo>
                <a:cubicBezTo>
                  <a:pt x="614" y="5676"/>
                  <a:pt x="469" y="5910"/>
                  <a:pt x="324" y="6146"/>
                </a:cubicBezTo>
                <a:cubicBezTo>
                  <a:pt x="237" y="6289"/>
                  <a:pt x="150" y="6432"/>
                  <a:pt x="63" y="6575"/>
                </a:cubicBezTo>
                <a:cubicBezTo>
                  <a:pt x="14" y="6655"/>
                  <a:pt x="-7" y="6748"/>
                  <a:pt x="2" y="6840"/>
                </a:cubicBezTo>
                <a:cubicBezTo>
                  <a:pt x="12" y="6939"/>
                  <a:pt x="56" y="7031"/>
                  <a:pt x="129" y="7104"/>
                </a:cubicBezTo>
                <a:cubicBezTo>
                  <a:pt x="208" y="7187"/>
                  <a:pt x="288" y="7271"/>
                  <a:pt x="367" y="7354"/>
                </a:cubicBezTo>
                <a:cubicBezTo>
                  <a:pt x="526" y="7521"/>
                  <a:pt x="683" y="7687"/>
                  <a:pt x="843" y="7852"/>
                </a:cubicBezTo>
                <a:cubicBezTo>
                  <a:pt x="1126" y="8144"/>
                  <a:pt x="1417" y="8431"/>
                  <a:pt x="1715" y="8711"/>
                </a:cubicBezTo>
                <a:cubicBezTo>
                  <a:pt x="1356" y="10077"/>
                  <a:pt x="1356" y="11505"/>
                  <a:pt x="1711" y="12871"/>
                </a:cubicBezTo>
                <a:cubicBezTo>
                  <a:pt x="1423" y="13157"/>
                  <a:pt x="1135" y="13444"/>
                  <a:pt x="853" y="13735"/>
                </a:cubicBezTo>
                <a:cubicBezTo>
                  <a:pt x="693" y="13900"/>
                  <a:pt x="535" y="14067"/>
                  <a:pt x="376" y="14233"/>
                </a:cubicBezTo>
                <a:cubicBezTo>
                  <a:pt x="296" y="14316"/>
                  <a:pt x="217" y="14399"/>
                  <a:pt x="137" y="14482"/>
                </a:cubicBezTo>
                <a:cubicBezTo>
                  <a:pt x="60" y="14559"/>
                  <a:pt x="14" y="14658"/>
                  <a:pt x="8" y="14763"/>
                </a:cubicBezTo>
                <a:cubicBezTo>
                  <a:pt x="2" y="14850"/>
                  <a:pt x="24" y="14935"/>
                  <a:pt x="70" y="15011"/>
                </a:cubicBezTo>
                <a:cubicBezTo>
                  <a:pt x="157" y="15153"/>
                  <a:pt x="242" y="15296"/>
                  <a:pt x="329" y="15439"/>
                </a:cubicBezTo>
                <a:cubicBezTo>
                  <a:pt x="473" y="15676"/>
                  <a:pt x="618" y="15913"/>
                  <a:pt x="762" y="16149"/>
                </a:cubicBezTo>
                <a:cubicBezTo>
                  <a:pt x="906" y="16385"/>
                  <a:pt x="1049" y="16621"/>
                  <a:pt x="1192" y="16857"/>
                </a:cubicBezTo>
                <a:cubicBezTo>
                  <a:pt x="1279" y="17000"/>
                  <a:pt x="1367" y="17143"/>
                  <a:pt x="1454" y="17286"/>
                </a:cubicBezTo>
                <a:cubicBezTo>
                  <a:pt x="1503" y="17366"/>
                  <a:pt x="1577" y="17431"/>
                  <a:pt x="1666" y="17470"/>
                </a:cubicBezTo>
                <a:cubicBezTo>
                  <a:pt x="1763" y="17512"/>
                  <a:pt x="1872" y="17524"/>
                  <a:pt x="1976" y="17503"/>
                </a:cubicBezTo>
                <a:cubicBezTo>
                  <a:pt x="2093" y="17481"/>
                  <a:pt x="2208" y="17459"/>
                  <a:pt x="2325" y="17438"/>
                </a:cubicBezTo>
                <a:cubicBezTo>
                  <a:pt x="2559" y="17395"/>
                  <a:pt x="2794" y="17352"/>
                  <a:pt x="3028" y="17307"/>
                </a:cubicBezTo>
                <a:cubicBezTo>
                  <a:pt x="3436" y="17228"/>
                  <a:pt x="3843" y="17141"/>
                  <a:pt x="4247" y="17045"/>
                </a:cubicBezTo>
                <a:cubicBezTo>
                  <a:pt x="5402" y="18102"/>
                  <a:pt x="6775" y="18823"/>
                  <a:pt x="8231" y="19208"/>
                </a:cubicBezTo>
                <a:cubicBezTo>
                  <a:pt x="8353" y="19584"/>
                  <a:pt x="8478" y="19958"/>
                  <a:pt x="8609" y="20331"/>
                </a:cubicBezTo>
                <a:cubicBezTo>
                  <a:pt x="8684" y="20542"/>
                  <a:pt x="8760" y="20755"/>
                  <a:pt x="8836" y="20966"/>
                </a:cubicBezTo>
                <a:cubicBezTo>
                  <a:pt x="8874" y="21072"/>
                  <a:pt x="8911" y="21177"/>
                  <a:pt x="8948" y="21283"/>
                </a:cubicBezTo>
                <a:cubicBezTo>
                  <a:pt x="8982" y="21384"/>
                  <a:pt x="9053" y="21470"/>
                  <a:pt x="9147" y="21527"/>
                </a:cubicBezTo>
                <a:cubicBezTo>
                  <a:pt x="9225" y="21575"/>
                  <a:pt x="9316" y="21600"/>
                  <a:pt x="9409" y="21600"/>
                </a:cubicBezTo>
                <a:cubicBezTo>
                  <a:pt x="9584" y="21600"/>
                  <a:pt x="9759" y="21600"/>
                  <a:pt x="9934" y="21600"/>
                </a:cubicBezTo>
                <a:cubicBezTo>
                  <a:pt x="10225" y="21600"/>
                  <a:pt x="10517" y="21600"/>
                  <a:pt x="10808" y="21600"/>
                </a:cubicBezTo>
                <a:cubicBezTo>
                  <a:pt x="11099" y="21600"/>
                  <a:pt x="11390" y="21600"/>
                  <a:pt x="11681" y="21600"/>
                </a:cubicBezTo>
                <a:cubicBezTo>
                  <a:pt x="11857" y="21600"/>
                  <a:pt x="12032" y="21600"/>
                  <a:pt x="12207" y="21600"/>
                </a:cubicBezTo>
                <a:cubicBezTo>
                  <a:pt x="12306" y="21600"/>
                  <a:pt x="12403" y="21571"/>
                  <a:pt x="12484" y="21518"/>
                </a:cubicBezTo>
                <a:cubicBezTo>
                  <a:pt x="12571" y="21460"/>
                  <a:pt x="12636" y="21378"/>
                  <a:pt x="12667" y="21283"/>
                </a:cubicBezTo>
                <a:cubicBezTo>
                  <a:pt x="12705" y="21177"/>
                  <a:pt x="12742" y="21072"/>
                  <a:pt x="12780" y="20966"/>
                </a:cubicBezTo>
                <a:cubicBezTo>
                  <a:pt x="12856" y="20755"/>
                  <a:pt x="12933" y="20543"/>
                  <a:pt x="13006" y="20331"/>
                </a:cubicBezTo>
                <a:cubicBezTo>
                  <a:pt x="13136" y="19957"/>
                  <a:pt x="13257" y="19582"/>
                  <a:pt x="13368" y="19204"/>
                </a:cubicBezTo>
                <a:cubicBezTo>
                  <a:pt x="14806" y="18819"/>
                  <a:pt x="16164" y="18104"/>
                  <a:pt x="17308" y="17063"/>
                </a:cubicBezTo>
                <a:cubicBezTo>
                  <a:pt x="17720" y="17151"/>
                  <a:pt x="18131" y="17234"/>
                  <a:pt x="18545" y="17313"/>
                </a:cubicBezTo>
                <a:cubicBezTo>
                  <a:pt x="18779" y="17358"/>
                  <a:pt x="19013" y="17402"/>
                  <a:pt x="19247" y="17446"/>
                </a:cubicBezTo>
                <a:cubicBezTo>
                  <a:pt x="19364" y="17468"/>
                  <a:pt x="19481" y="17490"/>
                  <a:pt x="19598" y="17512"/>
                </a:cubicBezTo>
                <a:cubicBezTo>
                  <a:pt x="19708" y="17535"/>
                  <a:pt x="19823" y="17521"/>
                  <a:pt x="19923" y="17473"/>
                </a:cubicBezTo>
                <a:cubicBezTo>
                  <a:pt x="20006" y="17434"/>
                  <a:pt x="20074" y="17372"/>
                  <a:pt x="20121" y="17297"/>
                </a:cubicBezTo>
                <a:cubicBezTo>
                  <a:pt x="20208" y="17155"/>
                  <a:pt x="20295" y="17013"/>
                  <a:pt x="20382" y="16870"/>
                </a:cubicBezTo>
                <a:cubicBezTo>
                  <a:pt x="20526" y="16634"/>
                  <a:pt x="20671" y="16398"/>
                  <a:pt x="20816" y="16162"/>
                </a:cubicBezTo>
                <a:cubicBezTo>
                  <a:pt x="20961" y="15926"/>
                  <a:pt x="21106" y="15690"/>
                  <a:pt x="21250" y="15454"/>
                </a:cubicBezTo>
                <a:cubicBezTo>
                  <a:pt x="21337" y="15311"/>
                  <a:pt x="21426" y="15169"/>
                  <a:pt x="21513" y="15027"/>
                </a:cubicBezTo>
                <a:cubicBezTo>
                  <a:pt x="21562" y="14946"/>
                  <a:pt x="21583" y="14852"/>
                  <a:pt x="21574" y="14760"/>
                </a:cubicBezTo>
                <a:cubicBezTo>
                  <a:pt x="21564" y="14661"/>
                  <a:pt x="21518" y="14569"/>
                  <a:pt x="21446" y="14496"/>
                </a:cubicBezTo>
                <a:cubicBezTo>
                  <a:pt x="21366" y="14413"/>
                  <a:pt x="21288" y="14329"/>
                  <a:pt x="21209" y="14246"/>
                </a:cubicBezTo>
                <a:cubicBezTo>
                  <a:pt x="21050" y="14079"/>
                  <a:pt x="20891" y="13913"/>
                  <a:pt x="20731" y="13748"/>
                </a:cubicBezTo>
                <a:cubicBezTo>
                  <a:pt x="20448" y="13455"/>
                  <a:pt x="20157" y="13169"/>
                  <a:pt x="19859" y="12889"/>
                </a:cubicBezTo>
                <a:cubicBezTo>
                  <a:pt x="20217" y="11525"/>
                  <a:pt x="20219" y="10099"/>
                  <a:pt x="19865" y="8733"/>
                </a:cubicBezTo>
                <a:lnTo>
                  <a:pt x="19872" y="8743"/>
                </a:lnTo>
                <a:cubicBezTo>
                  <a:pt x="20165" y="8453"/>
                  <a:pt x="20455" y="8161"/>
                  <a:pt x="20742" y="7865"/>
                </a:cubicBezTo>
                <a:cubicBezTo>
                  <a:pt x="20902" y="7700"/>
                  <a:pt x="21060" y="7533"/>
                  <a:pt x="21219" y="7367"/>
                </a:cubicBezTo>
                <a:cubicBezTo>
                  <a:pt x="21299" y="7284"/>
                  <a:pt x="21378" y="7201"/>
                  <a:pt x="21458" y="7118"/>
                </a:cubicBezTo>
                <a:cubicBezTo>
                  <a:pt x="21535" y="7041"/>
                  <a:pt x="21581" y="6942"/>
                  <a:pt x="21587" y="6837"/>
                </a:cubicBezTo>
                <a:cubicBezTo>
                  <a:pt x="21593" y="6750"/>
                  <a:pt x="21573" y="6665"/>
                  <a:pt x="21527" y="6589"/>
                </a:cubicBezTo>
                <a:cubicBezTo>
                  <a:pt x="21440" y="6447"/>
                  <a:pt x="21353" y="6304"/>
                  <a:pt x="21266" y="6161"/>
                </a:cubicBezTo>
                <a:cubicBezTo>
                  <a:pt x="21122" y="5924"/>
                  <a:pt x="20979" y="5687"/>
                  <a:pt x="20835" y="5451"/>
                </a:cubicBezTo>
                <a:cubicBezTo>
                  <a:pt x="20691" y="5215"/>
                  <a:pt x="20546" y="4979"/>
                  <a:pt x="20403" y="4743"/>
                </a:cubicBezTo>
                <a:cubicBezTo>
                  <a:pt x="20316" y="4600"/>
                  <a:pt x="20230" y="4457"/>
                  <a:pt x="20143" y="4314"/>
                </a:cubicBezTo>
                <a:cubicBezTo>
                  <a:pt x="20094" y="4234"/>
                  <a:pt x="20018" y="4169"/>
                  <a:pt x="19929" y="4130"/>
                </a:cubicBezTo>
                <a:cubicBezTo>
                  <a:pt x="19832" y="4088"/>
                  <a:pt x="19725" y="4076"/>
                  <a:pt x="19621" y="4097"/>
                </a:cubicBezTo>
                <a:cubicBezTo>
                  <a:pt x="19504" y="4119"/>
                  <a:pt x="19387" y="4142"/>
                  <a:pt x="19270" y="4164"/>
                </a:cubicBezTo>
                <a:cubicBezTo>
                  <a:pt x="19036" y="4207"/>
                  <a:pt x="18801" y="4248"/>
                  <a:pt x="18567" y="4293"/>
                </a:cubicBezTo>
                <a:cubicBezTo>
                  <a:pt x="18153" y="4373"/>
                  <a:pt x="17740" y="4461"/>
                  <a:pt x="17331" y="4558"/>
                </a:cubicBezTo>
                <a:cubicBezTo>
                  <a:pt x="16182" y="3506"/>
                  <a:pt x="14817" y="2785"/>
                  <a:pt x="13370" y="2398"/>
                </a:cubicBezTo>
                <a:cubicBezTo>
                  <a:pt x="13247" y="2020"/>
                  <a:pt x="13118" y="1644"/>
                  <a:pt x="12986" y="1269"/>
                </a:cubicBezTo>
                <a:cubicBezTo>
                  <a:pt x="12911" y="1058"/>
                  <a:pt x="12835" y="845"/>
                  <a:pt x="12759" y="634"/>
                </a:cubicBezTo>
                <a:cubicBezTo>
                  <a:pt x="12721" y="528"/>
                  <a:pt x="12684" y="423"/>
                  <a:pt x="12647" y="317"/>
                </a:cubicBezTo>
                <a:cubicBezTo>
                  <a:pt x="12613" y="216"/>
                  <a:pt x="12544" y="130"/>
                  <a:pt x="12449" y="73"/>
                </a:cubicBezTo>
                <a:cubicBezTo>
                  <a:pt x="12372" y="25"/>
                  <a:pt x="12281" y="0"/>
                  <a:pt x="12188" y="0"/>
                </a:cubicBezTo>
                <a:cubicBezTo>
                  <a:pt x="12013" y="0"/>
                  <a:pt x="11836" y="0"/>
                  <a:pt x="11661" y="0"/>
                </a:cubicBezTo>
                <a:cubicBezTo>
                  <a:pt x="11370" y="0"/>
                  <a:pt x="11078" y="0"/>
                  <a:pt x="10787" y="0"/>
                </a:cubicBezTo>
                <a:cubicBezTo>
                  <a:pt x="10496" y="0"/>
                  <a:pt x="10206" y="0"/>
                  <a:pt x="9915" y="0"/>
                </a:cubicBezTo>
                <a:cubicBezTo>
                  <a:pt x="9740" y="0"/>
                  <a:pt x="9563" y="0"/>
                  <a:pt x="9388" y="0"/>
                </a:cubicBezTo>
                <a:close/>
                <a:moveTo>
                  <a:pt x="10787" y="5228"/>
                </a:moveTo>
                <a:cubicBezTo>
                  <a:pt x="12313" y="5228"/>
                  <a:pt x="13839" y="5771"/>
                  <a:pt x="15002" y="6859"/>
                </a:cubicBezTo>
                <a:cubicBezTo>
                  <a:pt x="17330" y="9035"/>
                  <a:pt x="17330" y="12565"/>
                  <a:pt x="15002" y="14741"/>
                </a:cubicBezTo>
                <a:cubicBezTo>
                  <a:pt x="12675" y="16917"/>
                  <a:pt x="8901" y="16917"/>
                  <a:pt x="6574" y="14741"/>
                </a:cubicBezTo>
                <a:cubicBezTo>
                  <a:pt x="4246" y="12565"/>
                  <a:pt x="4246" y="9035"/>
                  <a:pt x="6574" y="6859"/>
                </a:cubicBezTo>
                <a:cubicBezTo>
                  <a:pt x="7737" y="5771"/>
                  <a:pt x="9262" y="5228"/>
                  <a:pt x="10787" y="5228"/>
                </a:cubicBezTo>
                <a:close/>
              </a:path>
            </a:pathLst>
          </a:custGeom>
          <a:solidFill>
            <a:srgbClr val="324D8A"/>
          </a:solidFill>
          <a:ln>
            <a:noFill/>
          </a:ln>
        </p:spPr>
        <p:txBody>
          <a:bodyPr lIns="13547" tIns="13547" rIns="13547" bIns="13547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8" name="Shape 172"/>
          <p:cNvSpPr/>
          <p:nvPr/>
        </p:nvSpPr>
        <p:spPr bwMode="auto">
          <a:xfrm>
            <a:off x="5718274" y="2259845"/>
            <a:ext cx="372144" cy="350424"/>
          </a:xfrm>
          <a:custGeom>
            <a:avLst/>
            <a:gdLst>
              <a:gd name="T0" fmla="*/ 1372785969 w 21600"/>
              <a:gd name="T1" fmla="*/ 1080291349 h 21600"/>
              <a:gd name="T2" fmla="*/ 1372785969 w 21600"/>
              <a:gd name="T3" fmla="*/ 1080291349 h 21600"/>
              <a:gd name="T4" fmla="*/ 1372785969 w 21600"/>
              <a:gd name="T5" fmla="*/ 1080291349 h 21600"/>
              <a:gd name="T6" fmla="*/ 1372785969 w 21600"/>
              <a:gd name="T7" fmla="*/ 1080291349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0901" y="17459"/>
                </a:moveTo>
                <a:lnTo>
                  <a:pt x="17497" y="21600"/>
                </a:lnTo>
                <a:lnTo>
                  <a:pt x="15848" y="13532"/>
                </a:lnTo>
                <a:lnTo>
                  <a:pt x="21600" y="8281"/>
                </a:lnTo>
                <a:lnTo>
                  <a:pt x="13797" y="7428"/>
                </a:lnTo>
                <a:lnTo>
                  <a:pt x="10901" y="0"/>
                </a:lnTo>
                <a:lnTo>
                  <a:pt x="7844" y="7428"/>
                </a:lnTo>
                <a:lnTo>
                  <a:pt x="0" y="8281"/>
                </a:lnTo>
                <a:lnTo>
                  <a:pt x="5993" y="13532"/>
                </a:lnTo>
                <a:lnTo>
                  <a:pt x="4143" y="21600"/>
                </a:lnTo>
                <a:lnTo>
                  <a:pt x="10901" y="17459"/>
                </a:lnTo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lIns="22860" rIns="2286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9" name="Shape 174"/>
          <p:cNvSpPr/>
          <p:nvPr/>
        </p:nvSpPr>
        <p:spPr bwMode="auto">
          <a:xfrm>
            <a:off x="7271752" y="3798445"/>
            <a:ext cx="244638" cy="217556"/>
          </a:xfrm>
          <a:custGeom>
            <a:avLst/>
            <a:gdLst>
              <a:gd name="T0" fmla="*/ 1703835585 w 21600"/>
              <a:gd name="T1" fmla="*/ 1083583612 h 21489"/>
              <a:gd name="T2" fmla="*/ 1703835585 w 21600"/>
              <a:gd name="T3" fmla="*/ 1083583612 h 21489"/>
              <a:gd name="T4" fmla="*/ 1703835585 w 21600"/>
              <a:gd name="T5" fmla="*/ 1083583612 h 21489"/>
              <a:gd name="T6" fmla="*/ 1703835585 w 21600"/>
              <a:gd name="T7" fmla="*/ 1083583612 h 21489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489" extrusionOk="0">
                <a:moveTo>
                  <a:pt x="0" y="16876"/>
                </a:moveTo>
                <a:lnTo>
                  <a:pt x="0" y="21489"/>
                </a:lnTo>
                <a:lnTo>
                  <a:pt x="4090" y="21489"/>
                </a:lnTo>
                <a:lnTo>
                  <a:pt x="16041" y="8139"/>
                </a:lnTo>
                <a:lnTo>
                  <a:pt x="11912" y="3570"/>
                </a:lnTo>
                <a:lnTo>
                  <a:pt x="0" y="16876"/>
                </a:lnTo>
                <a:close/>
                <a:moveTo>
                  <a:pt x="19138" y="4723"/>
                </a:moveTo>
                <a:cubicBezTo>
                  <a:pt x="19535" y="4236"/>
                  <a:pt x="19535" y="3570"/>
                  <a:pt x="19138" y="3082"/>
                </a:cubicBezTo>
                <a:lnTo>
                  <a:pt x="16676" y="333"/>
                </a:lnTo>
                <a:cubicBezTo>
                  <a:pt x="16240" y="-111"/>
                  <a:pt x="15644" y="-111"/>
                  <a:pt x="15207" y="333"/>
                </a:cubicBezTo>
                <a:lnTo>
                  <a:pt x="13143" y="2417"/>
                </a:lnTo>
                <a:lnTo>
                  <a:pt x="17272" y="6986"/>
                </a:lnTo>
                <a:lnTo>
                  <a:pt x="19138" y="4723"/>
                </a:lnTo>
                <a:close/>
                <a:moveTo>
                  <a:pt x="9847" y="19183"/>
                </a:moveTo>
                <a:lnTo>
                  <a:pt x="7584" y="21489"/>
                </a:lnTo>
                <a:lnTo>
                  <a:pt x="21600" y="21489"/>
                </a:lnTo>
                <a:lnTo>
                  <a:pt x="21600" y="19183"/>
                </a:lnTo>
                <a:lnTo>
                  <a:pt x="9847" y="19183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lIns="22860" rIns="2286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0" name="Shape 175"/>
          <p:cNvSpPr/>
          <p:nvPr/>
        </p:nvSpPr>
        <p:spPr bwMode="auto">
          <a:xfrm>
            <a:off x="5131533" y="4656927"/>
            <a:ext cx="431684" cy="344342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19537" y="0"/>
                </a:moveTo>
                <a:lnTo>
                  <a:pt x="2263" y="0"/>
                </a:lnTo>
                <a:cubicBezTo>
                  <a:pt x="1032" y="0"/>
                  <a:pt x="0" y="1053"/>
                  <a:pt x="0" y="2611"/>
                </a:cubicBezTo>
                <a:lnTo>
                  <a:pt x="0" y="18989"/>
                </a:lnTo>
                <a:cubicBezTo>
                  <a:pt x="0" y="20547"/>
                  <a:pt x="1032" y="21600"/>
                  <a:pt x="2263" y="21600"/>
                </a:cubicBezTo>
                <a:lnTo>
                  <a:pt x="19537" y="21600"/>
                </a:lnTo>
                <a:cubicBezTo>
                  <a:pt x="20568" y="21600"/>
                  <a:pt x="21600" y="20547"/>
                  <a:pt x="21600" y="18989"/>
                </a:cubicBezTo>
                <a:lnTo>
                  <a:pt x="21600" y="2611"/>
                </a:lnTo>
                <a:cubicBezTo>
                  <a:pt x="21600" y="1053"/>
                  <a:pt x="20568" y="0"/>
                  <a:pt x="19537" y="0"/>
                </a:cubicBezTo>
                <a:close/>
                <a:moveTo>
                  <a:pt x="19537" y="5221"/>
                </a:moveTo>
                <a:lnTo>
                  <a:pt x="10916" y="12253"/>
                </a:lnTo>
                <a:lnTo>
                  <a:pt x="2263" y="5221"/>
                </a:lnTo>
                <a:lnTo>
                  <a:pt x="2263" y="2611"/>
                </a:lnTo>
                <a:lnTo>
                  <a:pt x="10916" y="9389"/>
                </a:lnTo>
                <a:lnTo>
                  <a:pt x="19537" y="2611"/>
                </a:lnTo>
                <a:lnTo>
                  <a:pt x="19537" y="5221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lIns="22860" rIns="2286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" name="TextBox 30"/>
          <p:cNvSpPr txBox="1"/>
          <p:nvPr/>
        </p:nvSpPr>
        <p:spPr>
          <a:xfrm>
            <a:off x="3681109" y="1988155"/>
            <a:ext cx="63030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1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6" name="TextBox 31"/>
          <p:cNvSpPr txBox="1"/>
          <p:nvPr/>
        </p:nvSpPr>
        <p:spPr>
          <a:xfrm>
            <a:off x="664894" y="2088253"/>
            <a:ext cx="27336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markdown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学习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8" name="TextBox 39"/>
          <p:cNvSpPr txBox="1"/>
          <p:nvPr/>
        </p:nvSpPr>
        <p:spPr>
          <a:xfrm>
            <a:off x="3143899" y="4767570"/>
            <a:ext cx="63030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3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9" name="TextBox 42"/>
          <p:cNvSpPr txBox="1"/>
          <p:nvPr/>
        </p:nvSpPr>
        <p:spPr>
          <a:xfrm>
            <a:off x="729029" y="4951488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前端三剑客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1" name="TextBox 50"/>
          <p:cNvSpPr txBox="1"/>
          <p:nvPr/>
        </p:nvSpPr>
        <p:spPr>
          <a:xfrm>
            <a:off x="8729080" y="3175008"/>
            <a:ext cx="63030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2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2" name="TextBox 51"/>
          <p:cNvSpPr txBox="1"/>
          <p:nvPr/>
        </p:nvSpPr>
        <p:spPr>
          <a:xfrm>
            <a:off x="9665416" y="3459891"/>
            <a:ext cx="1579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git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学习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3" name="TextBox 52"/>
          <p:cNvSpPr txBox="1"/>
          <p:nvPr/>
        </p:nvSpPr>
        <p:spPr>
          <a:xfrm>
            <a:off x="8772142" y="3821339"/>
            <a:ext cx="2473155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07438" y="171919"/>
            <a:ext cx="670385" cy="604428"/>
            <a:chOff x="5424755" y="1340768"/>
            <a:chExt cx="670560" cy="60458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6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15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2" name="文本框 9"/>
          <p:cNvSpPr txBox="1"/>
          <p:nvPr/>
        </p:nvSpPr>
        <p:spPr>
          <a:xfrm>
            <a:off x="1304290" y="426085"/>
            <a:ext cx="3266440" cy="805815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>
                <a:sym typeface="+mn-ea"/>
              </a:rPr>
              <a:t>Markdown </a:t>
            </a:r>
            <a:r>
              <a:rPr lang="zh-CN" altLang="en-US" sz="2400">
                <a:sym typeface="+mn-ea"/>
              </a:rPr>
              <a:t>基本语法</a:t>
            </a:r>
            <a:endParaRPr lang="zh-CN" altLang="en-US" sz="240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14455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Freeform 126"/>
          <p:cNvSpPr>
            <a:spLocks noChangeAspect="1" noEditPoints="1"/>
          </p:cNvSpPr>
          <p:nvPr/>
        </p:nvSpPr>
        <p:spPr bwMode="auto">
          <a:xfrm>
            <a:off x="611535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1" name="Group 4"/>
          <p:cNvGrpSpPr/>
          <p:nvPr>
            <p:custDataLst>
              <p:tags r:id="rId1"/>
            </p:custDataLst>
          </p:nvPr>
        </p:nvGrpSpPr>
        <p:grpSpPr>
          <a:xfrm>
            <a:off x="6079350" y="1956544"/>
            <a:ext cx="1620285" cy="4901457"/>
            <a:chOff x="6077546" y="1956544"/>
            <a:chExt cx="1620285" cy="4901457"/>
          </a:xfrm>
          <a:solidFill>
            <a:srgbClr val="324D8A"/>
          </a:solidFill>
        </p:grpSpPr>
        <p:sp>
          <p:nvSpPr>
            <p:cNvPr id="52" name="Freeform 5"/>
            <p:cNvSpPr/>
            <p:nvPr>
              <p:custDataLst>
                <p:tags r:id="rId2"/>
              </p:custDataLst>
            </p:nvPr>
          </p:nvSpPr>
          <p:spPr bwMode="auto">
            <a:xfrm>
              <a:off x="6077546" y="2177995"/>
              <a:ext cx="461358" cy="4680006"/>
            </a:xfrm>
            <a:custGeom>
              <a:avLst/>
              <a:gdLst>
                <a:gd name="T0" fmla="*/ 125 w 125"/>
                <a:gd name="T1" fmla="*/ 0 h 1268"/>
                <a:gd name="T2" fmla="*/ 125 w 125"/>
                <a:gd name="T3" fmla="*/ 1268 h 1268"/>
                <a:gd name="T4" fmla="*/ 0 w 125"/>
                <a:gd name="T5" fmla="*/ 1268 h 1268"/>
                <a:gd name="T6" fmla="*/ 0 w 125"/>
                <a:gd name="T7" fmla="*/ 125 h 1268"/>
                <a:gd name="T8" fmla="*/ 125 w 125"/>
                <a:gd name="T9" fmla="*/ 0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68">
                  <a:moveTo>
                    <a:pt x="125" y="0"/>
                  </a:moveTo>
                  <a:lnTo>
                    <a:pt x="125" y="1268"/>
                  </a:lnTo>
                  <a:lnTo>
                    <a:pt x="0" y="1268"/>
                  </a:lnTo>
                  <a:lnTo>
                    <a:pt x="0" y="125"/>
                  </a:lnTo>
                  <a:lnTo>
                    <a:pt x="1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3" name="Freeform 7"/>
            <p:cNvSpPr/>
            <p:nvPr>
              <p:custDataLst>
                <p:tags r:id="rId3"/>
              </p:custDataLst>
            </p:nvPr>
          </p:nvSpPr>
          <p:spPr bwMode="auto">
            <a:xfrm>
              <a:off x="6077546" y="2177995"/>
              <a:ext cx="1177383" cy="461358"/>
            </a:xfrm>
            <a:custGeom>
              <a:avLst/>
              <a:gdLst>
                <a:gd name="T0" fmla="*/ 319 w 319"/>
                <a:gd name="T1" fmla="*/ 125 h 125"/>
                <a:gd name="T2" fmla="*/ 0 w 319"/>
                <a:gd name="T3" fmla="*/ 125 h 125"/>
                <a:gd name="T4" fmla="*/ 125 w 319"/>
                <a:gd name="T5" fmla="*/ 0 h 125"/>
                <a:gd name="T6" fmla="*/ 319 w 319"/>
                <a:gd name="T7" fmla="*/ 0 h 125"/>
                <a:gd name="T8" fmla="*/ 319 w 319"/>
                <a:gd name="T9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9" h="125">
                  <a:moveTo>
                    <a:pt x="319" y="125"/>
                  </a:moveTo>
                  <a:lnTo>
                    <a:pt x="0" y="125"/>
                  </a:lnTo>
                  <a:lnTo>
                    <a:pt x="125" y="0"/>
                  </a:lnTo>
                  <a:lnTo>
                    <a:pt x="319" y="0"/>
                  </a:lnTo>
                  <a:lnTo>
                    <a:pt x="319" y="1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0" rIns="182880" bIns="0" numCol="1" anchor="ctr" anchorCtr="0" compatLnSpc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rPr>
                <a:t>03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4" name="Freeform 9"/>
            <p:cNvSpPr/>
            <p:nvPr>
              <p:custDataLst>
                <p:tags r:id="rId4"/>
              </p:custDataLst>
            </p:nvPr>
          </p:nvSpPr>
          <p:spPr bwMode="auto">
            <a:xfrm>
              <a:off x="7203257" y="1956544"/>
              <a:ext cx="494574" cy="911641"/>
            </a:xfrm>
            <a:custGeom>
              <a:avLst/>
              <a:gdLst>
                <a:gd name="T0" fmla="*/ 134 w 134"/>
                <a:gd name="T1" fmla="*/ 123 h 247"/>
                <a:gd name="T2" fmla="*/ 0 w 134"/>
                <a:gd name="T3" fmla="*/ 0 h 247"/>
                <a:gd name="T4" fmla="*/ 0 w 134"/>
                <a:gd name="T5" fmla="*/ 123 h 247"/>
                <a:gd name="T6" fmla="*/ 0 w 134"/>
                <a:gd name="T7" fmla="*/ 247 h 247"/>
                <a:gd name="T8" fmla="*/ 134 w 134"/>
                <a:gd name="T9" fmla="*/ 123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247">
                  <a:moveTo>
                    <a:pt x="134" y="123"/>
                  </a:moveTo>
                  <a:lnTo>
                    <a:pt x="0" y="0"/>
                  </a:lnTo>
                  <a:lnTo>
                    <a:pt x="0" y="123"/>
                  </a:lnTo>
                  <a:lnTo>
                    <a:pt x="0" y="247"/>
                  </a:lnTo>
                  <a:lnTo>
                    <a:pt x="134" y="1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55" name="Group 8"/>
          <p:cNvGrpSpPr/>
          <p:nvPr>
            <p:custDataLst>
              <p:tags r:id="rId5"/>
            </p:custDataLst>
          </p:nvPr>
        </p:nvGrpSpPr>
        <p:grpSpPr>
          <a:xfrm>
            <a:off x="4407392" y="2934621"/>
            <a:ext cx="1568615" cy="3923380"/>
            <a:chOff x="4405588" y="2934621"/>
            <a:chExt cx="1568615" cy="3923380"/>
          </a:xfrm>
          <a:solidFill>
            <a:srgbClr val="324D8A"/>
          </a:solidFill>
        </p:grpSpPr>
        <p:sp>
          <p:nvSpPr>
            <p:cNvPr id="56" name="Freeform 9"/>
            <p:cNvSpPr/>
            <p:nvPr>
              <p:custDataLst>
                <p:tags r:id="rId6"/>
              </p:custDataLst>
            </p:nvPr>
          </p:nvSpPr>
          <p:spPr bwMode="auto">
            <a:xfrm>
              <a:off x="5512845" y="3163455"/>
              <a:ext cx="461358" cy="3694546"/>
            </a:xfrm>
            <a:custGeom>
              <a:avLst/>
              <a:gdLst>
                <a:gd name="connsiteX0" fmla="*/ 0 w 450349"/>
                <a:gd name="connsiteY0" fmla="*/ 0 h 3606389"/>
                <a:gd name="connsiteX1" fmla="*/ 450349 w 450349"/>
                <a:gd name="connsiteY1" fmla="*/ 450348 h 3606389"/>
                <a:gd name="connsiteX2" fmla="*/ 450349 w 450349"/>
                <a:gd name="connsiteY2" fmla="*/ 3606389 h 3606389"/>
                <a:gd name="connsiteX3" fmla="*/ 450348 w 450349"/>
                <a:gd name="connsiteY3" fmla="*/ 3606389 h 3606389"/>
                <a:gd name="connsiteX4" fmla="*/ 0 w 450349"/>
                <a:gd name="connsiteY4" fmla="*/ 3606389 h 3606389"/>
                <a:gd name="connsiteX5" fmla="*/ 0 w 450349"/>
                <a:gd name="connsiteY5" fmla="*/ 3020401 h 360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0349" h="3606389">
                  <a:moveTo>
                    <a:pt x="0" y="0"/>
                  </a:moveTo>
                  <a:lnTo>
                    <a:pt x="450349" y="450348"/>
                  </a:lnTo>
                  <a:lnTo>
                    <a:pt x="450349" y="3606389"/>
                  </a:lnTo>
                  <a:lnTo>
                    <a:pt x="450348" y="3606389"/>
                  </a:lnTo>
                  <a:lnTo>
                    <a:pt x="0" y="3606389"/>
                  </a:lnTo>
                  <a:lnTo>
                    <a:pt x="0" y="302040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7" name="Freeform 16"/>
            <p:cNvSpPr/>
            <p:nvPr>
              <p:custDataLst>
                <p:tags r:id="rId7"/>
              </p:custDataLst>
            </p:nvPr>
          </p:nvSpPr>
          <p:spPr bwMode="auto">
            <a:xfrm>
              <a:off x="4848491" y="3163455"/>
              <a:ext cx="1125711" cy="461358"/>
            </a:xfrm>
            <a:custGeom>
              <a:avLst/>
              <a:gdLst>
                <a:gd name="T0" fmla="*/ 0 w 305"/>
                <a:gd name="T1" fmla="*/ 125 h 125"/>
                <a:gd name="T2" fmla="*/ 305 w 305"/>
                <a:gd name="T3" fmla="*/ 125 h 125"/>
                <a:gd name="T4" fmla="*/ 180 w 305"/>
                <a:gd name="T5" fmla="*/ 0 h 125"/>
                <a:gd name="T6" fmla="*/ 0 w 305"/>
                <a:gd name="T7" fmla="*/ 0 h 125"/>
                <a:gd name="T8" fmla="*/ 0 w 305"/>
                <a:gd name="T9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5" h="125">
                  <a:moveTo>
                    <a:pt x="0" y="125"/>
                  </a:moveTo>
                  <a:lnTo>
                    <a:pt x="305" y="125"/>
                  </a:lnTo>
                  <a:lnTo>
                    <a:pt x="180" y="0"/>
                  </a:lnTo>
                  <a:lnTo>
                    <a:pt x="0" y="0"/>
                  </a:lnTo>
                  <a:lnTo>
                    <a:pt x="0" y="1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82880" tIns="0" rIns="91440" bIns="0" numCol="1" anchor="ctr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rPr>
                <a:t>02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8" name="Freeform 17"/>
            <p:cNvSpPr/>
            <p:nvPr>
              <p:custDataLst>
                <p:tags r:id="rId8"/>
              </p:custDataLst>
            </p:nvPr>
          </p:nvSpPr>
          <p:spPr bwMode="auto">
            <a:xfrm>
              <a:off x="4405588" y="2934621"/>
              <a:ext cx="494574" cy="911641"/>
            </a:xfrm>
            <a:custGeom>
              <a:avLst/>
              <a:gdLst>
                <a:gd name="T0" fmla="*/ 0 w 134"/>
                <a:gd name="T1" fmla="*/ 124 h 247"/>
                <a:gd name="T2" fmla="*/ 134 w 134"/>
                <a:gd name="T3" fmla="*/ 0 h 247"/>
                <a:gd name="T4" fmla="*/ 134 w 134"/>
                <a:gd name="T5" fmla="*/ 124 h 247"/>
                <a:gd name="T6" fmla="*/ 134 w 134"/>
                <a:gd name="T7" fmla="*/ 247 h 247"/>
                <a:gd name="T8" fmla="*/ 0 w 134"/>
                <a:gd name="T9" fmla="*/ 124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247">
                  <a:moveTo>
                    <a:pt x="0" y="124"/>
                  </a:moveTo>
                  <a:lnTo>
                    <a:pt x="134" y="0"/>
                  </a:lnTo>
                  <a:lnTo>
                    <a:pt x="134" y="124"/>
                  </a:lnTo>
                  <a:lnTo>
                    <a:pt x="134" y="247"/>
                  </a:lnTo>
                  <a:lnTo>
                    <a:pt x="0" y="1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59" name="Group 12"/>
          <p:cNvGrpSpPr/>
          <p:nvPr>
            <p:custDataLst>
              <p:tags r:id="rId9"/>
            </p:custDataLst>
          </p:nvPr>
        </p:nvGrpSpPr>
        <p:grpSpPr>
          <a:xfrm>
            <a:off x="6644051" y="3603307"/>
            <a:ext cx="1480033" cy="3254694"/>
            <a:chOff x="6642247" y="3603307"/>
            <a:chExt cx="1480033" cy="3254694"/>
          </a:xfrm>
          <a:solidFill>
            <a:srgbClr val="324D8A"/>
          </a:solidFill>
        </p:grpSpPr>
        <p:sp>
          <p:nvSpPr>
            <p:cNvPr id="60" name="Freeform 13"/>
            <p:cNvSpPr/>
            <p:nvPr>
              <p:custDataLst>
                <p:tags r:id="rId10"/>
              </p:custDataLst>
            </p:nvPr>
          </p:nvSpPr>
          <p:spPr bwMode="auto">
            <a:xfrm>
              <a:off x="6642247" y="3829055"/>
              <a:ext cx="461358" cy="3028946"/>
            </a:xfrm>
            <a:custGeom>
              <a:avLst/>
              <a:gdLst>
                <a:gd name="connsiteX0" fmla="*/ 450349 w 450349"/>
                <a:gd name="connsiteY0" fmla="*/ 0 h 2956671"/>
                <a:gd name="connsiteX1" fmla="*/ 450349 w 450349"/>
                <a:gd name="connsiteY1" fmla="*/ 2956671 h 2956671"/>
                <a:gd name="connsiteX2" fmla="*/ 0 w 450349"/>
                <a:gd name="connsiteY2" fmla="*/ 2956671 h 2956671"/>
                <a:gd name="connsiteX3" fmla="*/ 0 w 450349"/>
                <a:gd name="connsiteY3" fmla="*/ 450349 h 295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0349" h="2956671">
                  <a:moveTo>
                    <a:pt x="450349" y="0"/>
                  </a:moveTo>
                  <a:lnTo>
                    <a:pt x="450349" y="2956671"/>
                  </a:lnTo>
                  <a:lnTo>
                    <a:pt x="0" y="2956671"/>
                  </a:lnTo>
                  <a:lnTo>
                    <a:pt x="0" y="4503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1" name="Freeform 20"/>
            <p:cNvSpPr/>
            <p:nvPr>
              <p:custDataLst>
                <p:tags r:id="rId11"/>
              </p:custDataLst>
            </p:nvPr>
          </p:nvSpPr>
          <p:spPr bwMode="auto">
            <a:xfrm>
              <a:off x="6642247" y="3824757"/>
              <a:ext cx="1037130" cy="461358"/>
            </a:xfrm>
            <a:custGeom>
              <a:avLst/>
              <a:gdLst>
                <a:gd name="T0" fmla="*/ 281 w 281"/>
                <a:gd name="T1" fmla="*/ 125 h 125"/>
                <a:gd name="T2" fmla="*/ 0 w 281"/>
                <a:gd name="T3" fmla="*/ 125 h 125"/>
                <a:gd name="T4" fmla="*/ 125 w 281"/>
                <a:gd name="T5" fmla="*/ 0 h 125"/>
                <a:gd name="T6" fmla="*/ 281 w 281"/>
                <a:gd name="T7" fmla="*/ 0 h 125"/>
                <a:gd name="T8" fmla="*/ 281 w 281"/>
                <a:gd name="T9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1" h="125">
                  <a:moveTo>
                    <a:pt x="281" y="125"/>
                  </a:moveTo>
                  <a:lnTo>
                    <a:pt x="0" y="125"/>
                  </a:lnTo>
                  <a:lnTo>
                    <a:pt x="125" y="0"/>
                  </a:lnTo>
                  <a:lnTo>
                    <a:pt x="281" y="0"/>
                  </a:lnTo>
                  <a:lnTo>
                    <a:pt x="281" y="1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0" rIns="182880" bIns="0" numCol="1" anchor="ctr" anchorCtr="0" compatLnSpc="1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rPr>
                <a:t>04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2" name="Freeform 22"/>
            <p:cNvSpPr/>
            <p:nvPr>
              <p:custDataLst>
                <p:tags r:id="rId12"/>
              </p:custDataLst>
            </p:nvPr>
          </p:nvSpPr>
          <p:spPr bwMode="auto">
            <a:xfrm>
              <a:off x="7627706" y="3603307"/>
              <a:ext cx="494574" cy="907950"/>
            </a:xfrm>
            <a:custGeom>
              <a:avLst/>
              <a:gdLst>
                <a:gd name="T0" fmla="*/ 134 w 134"/>
                <a:gd name="T1" fmla="*/ 123 h 246"/>
                <a:gd name="T2" fmla="*/ 0 w 134"/>
                <a:gd name="T3" fmla="*/ 0 h 246"/>
                <a:gd name="T4" fmla="*/ 0 w 134"/>
                <a:gd name="T5" fmla="*/ 123 h 246"/>
                <a:gd name="T6" fmla="*/ 0 w 134"/>
                <a:gd name="T7" fmla="*/ 246 h 246"/>
                <a:gd name="T8" fmla="*/ 134 w 134"/>
                <a:gd name="T9" fmla="*/ 123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246">
                  <a:moveTo>
                    <a:pt x="134" y="123"/>
                  </a:moveTo>
                  <a:lnTo>
                    <a:pt x="0" y="0"/>
                  </a:lnTo>
                  <a:lnTo>
                    <a:pt x="0" y="123"/>
                  </a:lnTo>
                  <a:lnTo>
                    <a:pt x="0" y="246"/>
                  </a:lnTo>
                  <a:lnTo>
                    <a:pt x="134" y="1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63" name="Group 16"/>
          <p:cNvGrpSpPr/>
          <p:nvPr>
            <p:custDataLst>
              <p:tags r:id="rId13"/>
            </p:custDataLst>
          </p:nvPr>
        </p:nvGrpSpPr>
        <p:grpSpPr>
          <a:xfrm>
            <a:off x="4071524" y="4355600"/>
            <a:ext cx="1343471" cy="2502401"/>
            <a:chOff x="4069720" y="4355600"/>
            <a:chExt cx="1343471" cy="2502401"/>
          </a:xfrm>
          <a:solidFill>
            <a:srgbClr val="324D8A"/>
          </a:solidFill>
        </p:grpSpPr>
        <p:sp>
          <p:nvSpPr>
            <p:cNvPr id="64" name="Freeform 28"/>
            <p:cNvSpPr/>
            <p:nvPr>
              <p:custDataLst>
                <p:tags r:id="rId14"/>
              </p:custDataLst>
            </p:nvPr>
          </p:nvSpPr>
          <p:spPr bwMode="auto">
            <a:xfrm>
              <a:off x="4948142" y="4577052"/>
              <a:ext cx="465049" cy="2280949"/>
            </a:xfrm>
            <a:custGeom>
              <a:avLst/>
              <a:gdLst>
                <a:gd name="T0" fmla="*/ 0 w 126"/>
                <a:gd name="T1" fmla="*/ 0 h 618"/>
                <a:gd name="T2" fmla="*/ 0 w 126"/>
                <a:gd name="T3" fmla="*/ 618 h 618"/>
                <a:gd name="T4" fmla="*/ 126 w 126"/>
                <a:gd name="T5" fmla="*/ 618 h 618"/>
                <a:gd name="T6" fmla="*/ 126 w 126"/>
                <a:gd name="T7" fmla="*/ 125 h 618"/>
                <a:gd name="T8" fmla="*/ 0 w 126"/>
                <a:gd name="T9" fmla="*/ 0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618">
                  <a:moveTo>
                    <a:pt x="0" y="0"/>
                  </a:moveTo>
                  <a:lnTo>
                    <a:pt x="0" y="618"/>
                  </a:lnTo>
                  <a:lnTo>
                    <a:pt x="126" y="618"/>
                  </a:lnTo>
                  <a:lnTo>
                    <a:pt x="126" y="12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5" name="Freeform 29"/>
            <p:cNvSpPr/>
            <p:nvPr>
              <p:custDataLst>
                <p:tags r:id="rId15"/>
              </p:custDataLst>
            </p:nvPr>
          </p:nvSpPr>
          <p:spPr bwMode="auto">
            <a:xfrm>
              <a:off x="4512623" y="4577052"/>
              <a:ext cx="900568" cy="461358"/>
            </a:xfrm>
            <a:custGeom>
              <a:avLst/>
              <a:gdLst>
                <a:gd name="T0" fmla="*/ 0 w 244"/>
                <a:gd name="T1" fmla="*/ 125 h 125"/>
                <a:gd name="T2" fmla="*/ 244 w 244"/>
                <a:gd name="T3" fmla="*/ 125 h 125"/>
                <a:gd name="T4" fmla="*/ 118 w 244"/>
                <a:gd name="T5" fmla="*/ 0 h 125"/>
                <a:gd name="T6" fmla="*/ 0 w 244"/>
                <a:gd name="T7" fmla="*/ 0 h 125"/>
                <a:gd name="T8" fmla="*/ 0 w 244"/>
                <a:gd name="T9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4" h="125">
                  <a:moveTo>
                    <a:pt x="0" y="125"/>
                  </a:moveTo>
                  <a:lnTo>
                    <a:pt x="244" y="125"/>
                  </a:lnTo>
                  <a:lnTo>
                    <a:pt x="118" y="0"/>
                  </a:lnTo>
                  <a:lnTo>
                    <a:pt x="0" y="0"/>
                  </a:lnTo>
                  <a:lnTo>
                    <a:pt x="0" y="1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82880" tIns="0" rIns="91440" bIns="0" numCol="1" anchor="ctr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rPr>
                <a:t>01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6" name="Freeform 30"/>
            <p:cNvSpPr/>
            <p:nvPr>
              <p:custDataLst>
                <p:tags r:id="rId16"/>
              </p:custDataLst>
            </p:nvPr>
          </p:nvSpPr>
          <p:spPr bwMode="auto">
            <a:xfrm>
              <a:off x="4069720" y="4355600"/>
              <a:ext cx="498265" cy="911641"/>
            </a:xfrm>
            <a:custGeom>
              <a:avLst/>
              <a:gdLst>
                <a:gd name="T0" fmla="*/ 0 w 135"/>
                <a:gd name="T1" fmla="*/ 123 h 247"/>
                <a:gd name="T2" fmla="*/ 135 w 135"/>
                <a:gd name="T3" fmla="*/ 0 h 247"/>
                <a:gd name="T4" fmla="*/ 135 w 135"/>
                <a:gd name="T5" fmla="*/ 123 h 247"/>
                <a:gd name="T6" fmla="*/ 135 w 135"/>
                <a:gd name="T7" fmla="*/ 247 h 247"/>
                <a:gd name="T8" fmla="*/ 0 w 135"/>
                <a:gd name="T9" fmla="*/ 123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" h="247">
                  <a:moveTo>
                    <a:pt x="0" y="123"/>
                  </a:moveTo>
                  <a:lnTo>
                    <a:pt x="135" y="0"/>
                  </a:lnTo>
                  <a:lnTo>
                    <a:pt x="135" y="123"/>
                  </a:lnTo>
                  <a:lnTo>
                    <a:pt x="135" y="247"/>
                  </a:lnTo>
                  <a:lnTo>
                    <a:pt x="0" y="1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69" name="TextBox 24"/>
          <p:cNvSpPr txBox="1"/>
          <p:nvPr>
            <p:custDataLst>
              <p:tags r:id="rId17"/>
            </p:custDataLst>
          </p:nvPr>
        </p:nvSpPr>
        <p:spPr>
          <a:xfrm>
            <a:off x="853440" y="1047115"/>
            <a:ext cx="3074670" cy="53765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TextBox 24"/>
          <p:cNvSpPr txBox="1"/>
          <p:nvPr>
            <p:custDataLst>
              <p:tags r:id="rId18"/>
            </p:custDataLst>
          </p:nvPr>
        </p:nvSpPr>
        <p:spPr>
          <a:xfrm>
            <a:off x="980440" y="1174115"/>
            <a:ext cx="3074670" cy="53765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zh-CN" altLang="en-US" sz="1600">
                <a:sym typeface="+mn-ea"/>
              </a:rPr>
              <a:t>标题</a:t>
            </a:r>
            <a:endParaRPr lang="zh-CN" altLang="en-US" sz="1600"/>
          </a:p>
          <a:p>
            <a:pPr algn="l" eaLnBrk="1" hangingPunct="1">
              <a:spcBef>
                <a:spcPct val="0"/>
              </a:spcBef>
            </a:pPr>
            <a:endParaRPr lang="en-US" altLang="zh-CN" sz="1600"/>
          </a:p>
          <a:p>
            <a:pPr algn="l" eaLnBrk="1" hangingPunct="1">
              <a:spcBef>
                <a:spcPct val="0"/>
              </a:spcBef>
            </a:pPr>
            <a:r>
              <a:rPr lang="zh-CN" altLang="en-US" sz="1600">
                <a:sym typeface="+mn-ea"/>
              </a:rPr>
              <a:t>语法：使用</a:t>
            </a:r>
            <a:r>
              <a:rPr lang="en-US" altLang="zh-CN" sz="1600">
                <a:sym typeface="+mn-ea"/>
              </a:rPr>
              <a:t> # </a:t>
            </a:r>
            <a:r>
              <a:rPr lang="zh-CN" altLang="en-US" sz="1600">
                <a:sym typeface="+mn-ea"/>
              </a:rPr>
              <a:t>表示标题</a:t>
            </a:r>
            <a:endParaRPr lang="zh-CN" altLang="en-US" sz="1600">
              <a:sym typeface="+mn-ea"/>
            </a:endParaRPr>
          </a:p>
          <a:p>
            <a:pPr algn="l" eaLnBrk="1" hangingPunct="1">
              <a:spcBef>
                <a:spcPct val="0"/>
              </a:spcBef>
            </a:pPr>
            <a:r>
              <a:rPr lang="zh-CN" altLang="en-US" sz="1600">
                <a:sym typeface="+mn-ea"/>
              </a:rPr>
              <a:t> </a:t>
            </a:r>
            <a:r>
              <a:rPr lang="en-US" altLang="zh-CN" sz="1600">
                <a:sym typeface="+mn-ea"/>
              </a:rPr>
              <a:t>           # </a:t>
            </a:r>
            <a:r>
              <a:rPr lang="zh-CN" altLang="en-US" sz="1600">
                <a:sym typeface="+mn-ea"/>
              </a:rPr>
              <a:t>数量对应标题级别</a:t>
            </a:r>
            <a:endParaRPr lang="zh-CN" altLang="en-US" sz="1600">
              <a:sym typeface="+mn-ea"/>
            </a:endParaRPr>
          </a:p>
          <a:p>
            <a:pPr algn="l" eaLnBrk="1" hangingPunct="1">
              <a:spcBef>
                <a:spcPct val="0"/>
              </a:spcBef>
            </a:pPr>
            <a:endParaRPr lang="en-US" altLang="zh-CN" sz="160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>
                <a:sym typeface="+mn-ea"/>
              </a:rPr>
              <a:t>换行：行末加两个空格或使用</a:t>
            </a:r>
            <a:r>
              <a:rPr lang="en-US" altLang="zh-CN" sz="1600">
                <a:sym typeface="+mn-ea"/>
              </a:rPr>
              <a:t> &lt;br&gt;</a:t>
            </a:r>
            <a:endParaRPr lang="en-US" altLang="zh-CN" sz="160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>
                <a:sym typeface="+mn-ea"/>
              </a:rPr>
              <a:t>强调文本</a:t>
            </a:r>
            <a:endParaRPr lang="zh-CN" altLang="en-US" sz="160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60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>
                <a:sym typeface="+mn-ea"/>
              </a:rPr>
              <a:t>加粗：</a:t>
            </a:r>
            <a:r>
              <a:rPr lang="en-US" altLang="zh-CN" sz="1600">
                <a:sym typeface="+mn-ea"/>
              </a:rPr>
              <a:t>**</a:t>
            </a:r>
            <a:r>
              <a:rPr lang="zh-CN" altLang="en-US" sz="1600">
                <a:sym typeface="+mn-ea"/>
              </a:rPr>
              <a:t>文本</a:t>
            </a:r>
            <a:r>
              <a:rPr lang="en-US" altLang="zh-CN" sz="1600">
                <a:sym typeface="+mn-ea"/>
              </a:rPr>
              <a:t>** </a:t>
            </a:r>
            <a:r>
              <a:rPr lang="zh-CN" altLang="en-US" sz="1600">
                <a:sym typeface="+mn-ea"/>
              </a:rPr>
              <a:t>或</a:t>
            </a:r>
            <a:r>
              <a:rPr lang="en-US" altLang="zh-CN" sz="1600">
                <a:sym typeface="+mn-ea"/>
              </a:rPr>
              <a:t> __</a:t>
            </a:r>
            <a:r>
              <a:rPr lang="zh-CN" altLang="en-US" sz="1600">
                <a:sym typeface="+mn-ea"/>
              </a:rPr>
              <a:t>文本</a:t>
            </a:r>
            <a:r>
              <a:rPr lang="en-US" altLang="zh-CN" sz="1600">
                <a:sym typeface="+mn-ea"/>
              </a:rPr>
              <a:t>__     </a:t>
            </a:r>
            <a:r>
              <a:rPr lang="zh-CN" altLang="en-US" sz="1600">
                <a:sym typeface="+mn-ea"/>
              </a:rPr>
              <a:t>两对</a:t>
            </a:r>
            <a:endParaRPr lang="en-US" altLang="zh-CN" sz="1600"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>
                <a:sym typeface="+mn-ea"/>
              </a:rPr>
              <a:t>斜体：</a:t>
            </a:r>
            <a:r>
              <a:rPr lang="en-US" altLang="zh-CN" sz="1600">
                <a:sym typeface="+mn-ea"/>
              </a:rPr>
              <a:t>*</a:t>
            </a:r>
            <a:r>
              <a:rPr lang="zh-CN" altLang="en-US" sz="1600">
                <a:sym typeface="+mn-ea"/>
              </a:rPr>
              <a:t>文本</a:t>
            </a:r>
            <a:r>
              <a:rPr lang="en-US" altLang="zh-CN" sz="1600">
                <a:sym typeface="+mn-ea"/>
              </a:rPr>
              <a:t>* </a:t>
            </a:r>
            <a:r>
              <a:rPr lang="zh-CN" altLang="en-US" sz="1600">
                <a:sym typeface="+mn-ea"/>
              </a:rPr>
              <a:t>或</a:t>
            </a:r>
            <a:r>
              <a:rPr lang="en-US" altLang="zh-CN" sz="1600">
                <a:sym typeface="+mn-ea"/>
              </a:rPr>
              <a:t> _</a:t>
            </a:r>
            <a:r>
              <a:rPr lang="zh-CN" altLang="en-US" sz="1600">
                <a:sym typeface="+mn-ea"/>
              </a:rPr>
              <a:t>文本</a:t>
            </a:r>
            <a:r>
              <a:rPr lang="en-US" altLang="zh-CN" sz="1600">
                <a:sym typeface="+mn-ea"/>
              </a:rPr>
              <a:t>_     </a:t>
            </a:r>
            <a:r>
              <a:rPr lang="zh-CN" altLang="en-US" sz="1600">
                <a:sym typeface="+mn-ea"/>
              </a:rPr>
              <a:t>一对</a:t>
            </a:r>
            <a:endParaRPr lang="zh-CN" altLang="en-US" sz="1600"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>
                <a:sym typeface="+mn-ea"/>
              </a:rPr>
              <a:t>删除线：</a:t>
            </a:r>
            <a:r>
              <a:rPr lang="en-US" altLang="zh-CN" sz="1600">
                <a:sym typeface="+mn-ea"/>
              </a:rPr>
              <a:t>~~</a:t>
            </a:r>
            <a:r>
              <a:rPr lang="zh-CN" altLang="en-US" sz="1600">
                <a:sym typeface="+mn-ea"/>
              </a:rPr>
              <a:t>文本</a:t>
            </a:r>
            <a:r>
              <a:rPr lang="en-US" altLang="zh-CN" sz="1600">
                <a:sym typeface="+mn-ea"/>
              </a:rPr>
              <a:t>~~               </a:t>
            </a:r>
            <a:r>
              <a:rPr lang="zh-CN" altLang="en-US" sz="1600">
                <a:sym typeface="+mn-ea"/>
              </a:rPr>
              <a:t>两对</a:t>
            </a:r>
            <a:endParaRPr lang="zh-CN" altLang="en-US" sz="1600"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600"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600"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>
                <a:sym typeface="+mn-ea"/>
              </a:rPr>
              <a:t>列表</a:t>
            </a:r>
            <a:endParaRPr lang="zh-CN" altLang="en-US" sz="1600"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60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>
                <a:sym typeface="+mn-ea"/>
              </a:rPr>
              <a:t>无序列表：使用</a:t>
            </a:r>
            <a:r>
              <a:rPr lang="en-US" altLang="zh-CN" sz="1600">
                <a:sym typeface="+mn-ea"/>
              </a:rPr>
              <a:t> -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* </a:t>
            </a:r>
            <a:r>
              <a:rPr lang="zh-CN" altLang="en-US" sz="1600">
                <a:sym typeface="+mn-ea"/>
              </a:rPr>
              <a:t>或</a:t>
            </a:r>
            <a:r>
              <a:rPr lang="en-US" altLang="zh-CN" sz="1600">
                <a:sym typeface="+mn-ea"/>
              </a:rPr>
              <a:t> + </a:t>
            </a:r>
            <a:r>
              <a:rPr lang="zh-CN" altLang="en-US" sz="1600">
                <a:sym typeface="+mn-ea"/>
              </a:rPr>
              <a:t>开头</a:t>
            </a:r>
            <a:endParaRPr lang="zh-CN" altLang="en-US" sz="160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>
                <a:sym typeface="+mn-ea"/>
              </a:rPr>
              <a:t>有序列表：使用</a:t>
            </a:r>
            <a:r>
              <a:rPr lang="en-US" altLang="zh-CN" sz="1600">
                <a:sym typeface="+mn-ea"/>
              </a:rPr>
              <a:t> </a:t>
            </a:r>
            <a:r>
              <a:rPr lang="zh-CN" altLang="en-US" sz="1600">
                <a:sym typeface="+mn-ea"/>
              </a:rPr>
              <a:t>数字</a:t>
            </a:r>
            <a:r>
              <a:rPr lang="en-US" altLang="zh-CN" sz="1600">
                <a:sym typeface="+mn-ea"/>
              </a:rPr>
              <a:t>. </a:t>
            </a:r>
            <a:r>
              <a:rPr lang="zh-CN" altLang="en-US" sz="1600">
                <a:sym typeface="+mn-ea"/>
              </a:rPr>
              <a:t>开头</a:t>
            </a:r>
            <a:endParaRPr lang="zh-CN" altLang="en-US" sz="160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>
                <a:sym typeface="+mn-ea"/>
              </a:rPr>
              <a:t>嵌套列表：子项缩进</a:t>
            </a:r>
            <a:r>
              <a:rPr lang="en-US" altLang="zh-CN" sz="1600">
                <a:sym typeface="+mn-ea"/>
              </a:rPr>
              <a:t> 2 </a:t>
            </a:r>
            <a:r>
              <a:rPr lang="zh-CN" altLang="en-US" sz="1600">
                <a:sym typeface="+mn-ea"/>
              </a:rPr>
              <a:t>或</a:t>
            </a:r>
            <a:r>
              <a:rPr lang="en-US" altLang="zh-CN" sz="1600">
                <a:sym typeface="+mn-ea"/>
              </a:rPr>
              <a:t> 4 </a:t>
            </a:r>
            <a:r>
              <a:rPr lang="zh-CN" altLang="en-US" sz="1600">
                <a:sym typeface="+mn-ea"/>
              </a:rPr>
              <a:t>个空格</a:t>
            </a:r>
            <a:endParaRPr lang="zh-CN" altLang="en-US" sz="160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60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289925" y="845185"/>
            <a:ext cx="3886200" cy="5579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链接</a:t>
            </a:r>
            <a:endParaRPr lang="en-US" altLang="zh-CN"/>
          </a:p>
          <a:p>
            <a:r>
              <a:rPr lang="zh-CN" altLang="en-US">
                <a:sym typeface="+mn-ea"/>
              </a:rPr>
              <a:t>语法：</a:t>
            </a:r>
            <a:r>
              <a:rPr lang="en-US" altLang="zh-CN">
                <a:sym typeface="+mn-ea"/>
              </a:rPr>
              <a:t>[</a:t>
            </a:r>
            <a:r>
              <a:rPr lang="zh-CN" altLang="en-US">
                <a:sym typeface="+mn-ea"/>
              </a:rPr>
              <a:t>显示文本</a:t>
            </a:r>
            <a:r>
              <a:rPr lang="en-US" altLang="zh-CN">
                <a:sym typeface="+mn-ea"/>
              </a:rPr>
              <a:t>](URL "</a:t>
            </a:r>
            <a:r>
              <a:rPr lang="zh-CN" altLang="en-US">
                <a:sym typeface="+mn-ea"/>
              </a:rPr>
              <a:t>标题</a:t>
            </a:r>
            <a:r>
              <a:rPr lang="en-US" altLang="zh-CN">
                <a:sym typeface="+mn-ea"/>
              </a:rPr>
              <a:t>")</a:t>
            </a:r>
            <a:endParaRPr lang="en-US" altLang="zh-CN"/>
          </a:p>
          <a:p>
            <a:r>
              <a:rPr lang="en-US" altLang="zh-CN">
                <a:sym typeface="+mn-ea"/>
              </a:rPr>
              <a:t>[</a:t>
            </a:r>
            <a:r>
              <a:rPr lang="zh-CN" altLang="en-US">
                <a:sym typeface="+mn-ea"/>
              </a:rPr>
              <a:t>百度一下</a:t>
            </a:r>
            <a:r>
              <a:rPr lang="en-US" altLang="zh-CN">
                <a:sym typeface="+mn-ea"/>
              </a:rPr>
              <a:t>](https://www.baidu.com)</a:t>
            </a:r>
            <a:endParaRPr lang="en-US" altLang="zh-CN"/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图片</a:t>
            </a:r>
            <a:endParaRPr lang="en-US" altLang="zh-CN"/>
          </a:p>
          <a:p>
            <a:r>
              <a:rPr lang="zh-CN" altLang="en-US">
                <a:sym typeface="+mn-ea"/>
              </a:rPr>
              <a:t>语法：</a:t>
            </a:r>
            <a:r>
              <a:rPr lang="en-US" altLang="zh-CN">
                <a:sym typeface="+mn-ea"/>
              </a:rPr>
              <a:t>![</a:t>
            </a:r>
            <a:r>
              <a:rPr lang="zh-CN" altLang="en-US">
                <a:sym typeface="+mn-ea"/>
              </a:rPr>
              <a:t>替代文本</a:t>
            </a:r>
            <a:r>
              <a:rPr lang="en-US" altLang="zh-CN">
                <a:sym typeface="+mn-ea"/>
              </a:rPr>
              <a:t>](</a:t>
            </a:r>
            <a:r>
              <a:rPr lang="zh-CN" altLang="en-US">
                <a:sym typeface="+mn-ea"/>
              </a:rPr>
              <a:t>图片</a:t>
            </a:r>
            <a:r>
              <a:rPr lang="en-US" altLang="zh-CN">
                <a:sym typeface="+mn-ea"/>
              </a:rPr>
              <a:t>URL "</a:t>
            </a:r>
            <a:r>
              <a:rPr lang="zh-CN" altLang="en-US">
                <a:sym typeface="+mn-ea"/>
              </a:rPr>
              <a:t>标题</a:t>
            </a:r>
            <a:r>
              <a:rPr lang="en-US" altLang="zh-CN">
                <a:sym typeface="+mn-ea"/>
              </a:rPr>
              <a:t>")</a:t>
            </a:r>
            <a:endParaRPr lang="en-US" altLang="zh-CN"/>
          </a:p>
          <a:p>
            <a:r>
              <a:rPr lang="en-US" altLang="zh-CN">
                <a:sym typeface="+mn-ea"/>
              </a:rPr>
              <a:t>![GitHubLogo](https://github.githubassets.com/images/modules/logos_page/GitHub-Mark.png "GitHub</a:t>
            </a:r>
            <a:r>
              <a:rPr lang="zh-CN" altLang="en-US">
                <a:sym typeface="+mn-ea"/>
              </a:rPr>
              <a:t>标志</a:t>
            </a:r>
            <a:r>
              <a:rPr lang="en-US" altLang="zh-CN">
                <a:sym typeface="+mn-ea"/>
              </a:rPr>
              <a:t>")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行内代码</a:t>
            </a:r>
            <a:endParaRPr lang="en-US" altLang="zh-CN"/>
          </a:p>
          <a:p>
            <a:r>
              <a:rPr lang="zh-CN" altLang="en-US">
                <a:sym typeface="+mn-ea"/>
              </a:rPr>
              <a:t>语法：用反引号</a:t>
            </a:r>
            <a:r>
              <a:rPr lang="en-US" altLang="zh-CN">
                <a:sym typeface="+mn-ea"/>
              </a:rPr>
              <a:t> ` </a:t>
            </a:r>
            <a:r>
              <a:rPr lang="zh-CN" altLang="en-US">
                <a:sym typeface="+mn-ea"/>
              </a:rPr>
              <a:t>包裹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分割线</a:t>
            </a:r>
            <a:endParaRPr lang="en-US" altLang="zh-CN"/>
          </a:p>
          <a:p>
            <a:r>
              <a:rPr lang="zh-CN" altLang="en-US">
                <a:sym typeface="+mn-ea"/>
              </a:rPr>
              <a:t>语法：使用</a:t>
            </a:r>
            <a:r>
              <a:rPr lang="en-US" altLang="zh-CN">
                <a:sym typeface="+mn-ea"/>
              </a:rPr>
              <a:t> ---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***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注释</a:t>
            </a:r>
            <a:endParaRPr lang="zh-CN" altLang="en-US"/>
          </a:p>
          <a:p>
            <a:r>
              <a:rPr lang="zh-CN" altLang="en-US">
                <a:sym typeface="+mn-ea"/>
              </a:rPr>
              <a:t>语法：</a:t>
            </a:r>
            <a:r>
              <a:rPr lang="en-US" altLang="zh-CN">
                <a:sym typeface="+mn-ea"/>
              </a:rPr>
              <a:t>&lt;!--</a:t>
            </a:r>
            <a:r>
              <a:rPr lang="zh-CN" altLang="en-US">
                <a:sym typeface="+mn-ea"/>
              </a:rPr>
              <a:t>注释内容</a:t>
            </a:r>
            <a:r>
              <a:rPr lang="en-US" altLang="zh-CN">
                <a:sym typeface="+mn-ea"/>
              </a:rPr>
              <a:t> --&gt;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       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07438" y="171919"/>
            <a:ext cx="670385" cy="604428"/>
            <a:chOff x="5424755" y="1340768"/>
            <a:chExt cx="670560" cy="60458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6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15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2" name="文本框 9"/>
          <p:cNvSpPr txBox="1"/>
          <p:nvPr/>
        </p:nvSpPr>
        <p:spPr>
          <a:xfrm>
            <a:off x="1243330" y="422910"/>
            <a:ext cx="3768725" cy="621030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14455"/>
                </a:solidFill>
                <a:effectLst/>
                <a:uLnTx/>
                <a:uFillTx/>
                <a:cs typeface="+mn-ea"/>
                <a:sym typeface="+mn-lt"/>
              </a:rPr>
              <a:t>Git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14455"/>
                </a:solidFill>
                <a:effectLst/>
                <a:uLnTx/>
                <a:uFillTx/>
                <a:cs typeface="+mn-ea"/>
                <a:sym typeface="+mn-lt"/>
              </a:rPr>
              <a:t>学习笔记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414455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Freeform 126"/>
          <p:cNvSpPr>
            <a:spLocks noChangeAspect="1" noEditPoints="1"/>
          </p:cNvSpPr>
          <p:nvPr/>
        </p:nvSpPr>
        <p:spPr bwMode="auto">
          <a:xfrm>
            <a:off x="611535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1" name="任意多边形: 形状 40"/>
          <p:cNvSpPr/>
          <p:nvPr/>
        </p:nvSpPr>
        <p:spPr>
          <a:xfrm>
            <a:off x="0" y="1388127"/>
            <a:ext cx="6096000" cy="5469873"/>
          </a:xfrm>
          <a:custGeom>
            <a:avLst/>
            <a:gdLst>
              <a:gd name="connsiteX0" fmla="*/ 2096636 w 6096000"/>
              <a:gd name="connsiteY0" fmla="*/ 0 h 5469873"/>
              <a:gd name="connsiteX1" fmla="*/ 6096000 w 6096000"/>
              <a:gd name="connsiteY1" fmla="*/ 3956480 h 5469873"/>
              <a:gd name="connsiteX2" fmla="*/ 5916197 w 6096000"/>
              <a:gd name="connsiteY2" fmla="*/ 5133016 h 5469873"/>
              <a:gd name="connsiteX3" fmla="*/ 5791569 w 6096000"/>
              <a:gd name="connsiteY3" fmla="*/ 5469873 h 5469873"/>
              <a:gd name="connsiteX4" fmla="*/ 0 w 6096000"/>
              <a:gd name="connsiteY4" fmla="*/ 5469873 h 5469873"/>
              <a:gd name="connsiteX5" fmla="*/ 0 w 6096000"/>
              <a:gd name="connsiteY5" fmla="*/ 591898 h 5469873"/>
              <a:gd name="connsiteX6" fmla="*/ 190302 w 6096000"/>
              <a:gd name="connsiteY6" fmla="*/ 477526 h 5469873"/>
              <a:gd name="connsiteX7" fmla="*/ 2096636 w 6096000"/>
              <a:gd name="connsiteY7" fmla="*/ 0 h 5469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6000" h="5469873">
                <a:moveTo>
                  <a:pt x="2096636" y="0"/>
                </a:moveTo>
                <a:cubicBezTo>
                  <a:pt x="4305424" y="0"/>
                  <a:pt x="6096000" y="1771377"/>
                  <a:pt x="6096000" y="3956480"/>
                </a:cubicBezTo>
                <a:cubicBezTo>
                  <a:pt x="6096000" y="4366187"/>
                  <a:pt x="6033050" y="4761349"/>
                  <a:pt x="5916197" y="5133016"/>
                </a:cubicBezTo>
                <a:lnTo>
                  <a:pt x="5791569" y="5469873"/>
                </a:lnTo>
                <a:lnTo>
                  <a:pt x="0" y="5469873"/>
                </a:lnTo>
                <a:lnTo>
                  <a:pt x="0" y="591898"/>
                </a:lnTo>
                <a:lnTo>
                  <a:pt x="190302" y="477526"/>
                </a:lnTo>
                <a:cubicBezTo>
                  <a:pt x="756985" y="172986"/>
                  <a:pt x="1406391" y="0"/>
                  <a:pt x="2096636" y="0"/>
                </a:cubicBezTo>
                <a:close/>
              </a:path>
            </a:pathLst>
          </a:custGeom>
          <a:solidFill>
            <a:srgbClr val="324D8A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15686" y="1993185"/>
            <a:ext cx="3526656" cy="13019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" name="文本框 74"/>
          <p:cNvSpPr txBox="1"/>
          <p:nvPr/>
        </p:nvSpPr>
        <p:spPr>
          <a:xfrm rot="18461896">
            <a:off x="4389044" y="3741081"/>
            <a:ext cx="46270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cs typeface="+mn-ea"/>
                <a:sym typeface="+mn-lt"/>
              </a:rPr>
              <a:t>4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prstClr val="white">
                      <a:alpha val="0"/>
                    </a:prstClr>
                  </a:gs>
                </a:gsLst>
                <a:lin ang="5400000" scaled="1"/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5081905" y="1451610"/>
            <a:ext cx="6876415" cy="46545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algn="ctr">
              <a:lnSpc>
                <a:spcPct val="125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右击点击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 Git Bash Here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git init   //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初始化版本库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git add .   //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添加文件到版本库（到缓存区），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代表添加文件夹下所有文件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git commit -m "first commit" //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把添加的文件提交到版本库，并填写提交备注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git remote add origin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你的远程库地址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  //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把本地库与远程库关联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git push -u origin main    //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第一次推送时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git push origin main  //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第一次推送后，直接使用该命令即可推送修改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6" name="图片 5" descr="屏幕截图 2025-11-09 1707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80" y="2755265"/>
            <a:ext cx="4673600" cy="37585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07438" y="171919"/>
            <a:ext cx="670385" cy="604428"/>
            <a:chOff x="5424755" y="1340768"/>
            <a:chExt cx="670560" cy="60458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6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15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2" name="文本框 9"/>
          <p:cNvSpPr txBox="1"/>
          <p:nvPr/>
        </p:nvSpPr>
        <p:spPr>
          <a:xfrm>
            <a:off x="1243330" y="422910"/>
            <a:ext cx="3768725" cy="621030"/>
          </a:xfrm>
          <a:prstGeom prst="rect">
            <a:avLst/>
          </a:prstGeom>
          <a:noFill/>
        </p:spPr>
        <p:txBody>
          <a:bodyPr wrap="square" lIns="68561" tIns="34280" rIns="68561" bIns="3428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14455"/>
                </a:solidFill>
                <a:effectLst/>
                <a:uLnTx/>
                <a:uFillTx/>
                <a:cs typeface="+mn-ea"/>
                <a:sym typeface="+mn-lt"/>
              </a:rPr>
              <a:t>前端学习笔记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414455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Freeform 126"/>
          <p:cNvSpPr>
            <a:spLocks noChangeAspect="1" noEditPoints="1"/>
          </p:cNvSpPr>
          <p:nvPr/>
        </p:nvSpPr>
        <p:spPr bwMode="auto">
          <a:xfrm>
            <a:off x="611535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15686" y="1993185"/>
            <a:ext cx="3526656" cy="13019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" name="文本框 74"/>
          <p:cNvSpPr txBox="1"/>
          <p:nvPr/>
        </p:nvSpPr>
        <p:spPr>
          <a:xfrm rot="18461896">
            <a:off x="4389044" y="3741081"/>
            <a:ext cx="46270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cs typeface="+mn-ea"/>
                <a:sym typeface="+mn-lt"/>
              </a:rPr>
              <a:t>4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prstClr val="white">
                      <a:alpha val="0"/>
                    </a:prstClr>
                  </a:gs>
                </a:gsLst>
                <a:lin ang="5400000" scaled="1"/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66180" y="601345"/>
            <a:ext cx="3960495" cy="4452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15950" y="1300480"/>
            <a:ext cx="1112012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  <a:p>
            <a:r>
              <a:rPr lang="en-US" altLang="zh-CN"/>
              <a:t>HTML​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核心定位：网页的结构层，是构建网页的基础骨架</a:t>
            </a:r>
            <a:endParaRPr lang="zh-CN" altLang="en-US"/>
          </a:p>
          <a:p>
            <a:r>
              <a:rPr lang="en-US" altLang="zh-CN"/>
              <a:t>​- </a:t>
            </a:r>
            <a:r>
              <a:rPr lang="zh-CN" altLang="en-US"/>
              <a:t>工作方式：通过预定义的标签（如</a:t>
            </a:r>
            <a:r>
              <a:rPr lang="en-US" altLang="en-US"/>
              <a:t> </a:t>
            </a:r>
            <a:r>
              <a:rPr lang="en-US" altLang="zh-CN"/>
              <a:t>&lt;h1&gt;</a:t>
            </a:r>
            <a:r>
              <a:rPr lang="en-US" altLang="en-US"/>
              <a:t> </a:t>
            </a:r>
            <a:r>
              <a:rPr lang="zh-CN" altLang="en-US"/>
              <a:t>标题、</a:t>
            </a:r>
            <a:r>
              <a:rPr lang="en-US" altLang="en-US"/>
              <a:t> </a:t>
            </a:r>
            <a:r>
              <a:rPr lang="en-US" altLang="zh-CN"/>
              <a:t>&lt;p&gt;</a:t>
            </a:r>
            <a:r>
              <a:rPr lang="en-US" altLang="en-US"/>
              <a:t> </a:t>
            </a:r>
            <a:r>
              <a:rPr lang="zh-CN" altLang="en-US"/>
              <a:t>段落、</a:t>
            </a:r>
            <a:r>
              <a:rPr lang="en-US" altLang="en-US"/>
              <a:t> </a:t>
            </a:r>
            <a:r>
              <a:rPr lang="en-US" altLang="zh-CN"/>
              <a:t>&lt;img&gt;</a:t>
            </a:r>
            <a:r>
              <a:rPr lang="en-US" altLang="en-US"/>
              <a:t> </a:t>
            </a:r>
            <a:r>
              <a:rPr lang="zh-CN" altLang="en-US"/>
              <a:t>图片、</a:t>
            </a:r>
            <a:r>
              <a:rPr lang="en-US" altLang="en-US"/>
              <a:t> </a:t>
            </a:r>
            <a:r>
              <a:rPr lang="en-US" altLang="zh-CN"/>
              <a:t>&lt;a&gt;</a:t>
            </a:r>
            <a:r>
              <a:rPr lang="en-US" altLang="en-US"/>
              <a:t> </a:t>
            </a:r>
            <a:r>
              <a:rPr lang="zh-CN" altLang="en-US"/>
              <a:t>链接、</a:t>
            </a:r>
            <a:r>
              <a:rPr lang="en-US" altLang="en-US"/>
              <a:t> </a:t>
            </a:r>
            <a:r>
              <a:rPr lang="en-US" altLang="zh-CN"/>
              <a:t>&lt;div&gt;</a:t>
            </a:r>
            <a:r>
              <a:rPr lang="en-US" altLang="en-US"/>
              <a:t> </a:t>
            </a:r>
            <a:r>
              <a:rPr lang="zh-CN" altLang="en-US"/>
              <a:t>容器）描述网页内容的语义和结构，标签本身不负责外观，仅定义</a:t>
            </a:r>
            <a:r>
              <a:rPr lang="en-US" altLang="zh-CN"/>
              <a:t>“</a:t>
            </a:r>
            <a:r>
              <a:rPr lang="zh-CN" altLang="en-US"/>
              <a:t>这是什么内容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​</a:t>
            </a:r>
            <a:endParaRPr lang="en-US" altLang="zh-CN"/>
          </a:p>
          <a:p>
            <a:r>
              <a:rPr lang="en-US" altLang="zh-CN"/>
              <a:t>CSS​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核心定位：网页的表现层</a:t>
            </a:r>
            <a:r>
              <a:rPr lang="en-US" altLang="zh-CN"/>
              <a:t>/</a:t>
            </a:r>
            <a:r>
              <a:rPr lang="zh-CN" altLang="en-US"/>
              <a:t>样式层，专门负责美化</a:t>
            </a:r>
            <a:r>
              <a:rPr lang="en-US" altLang="zh-CN"/>
              <a:t>HTML</a:t>
            </a:r>
            <a:r>
              <a:rPr lang="zh-CN" altLang="en-US"/>
              <a:t>结构，实现</a:t>
            </a:r>
            <a:r>
              <a:rPr lang="en-US" altLang="zh-CN"/>
              <a:t>“</a:t>
            </a:r>
            <a:r>
              <a:rPr lang="zh-CN" altLang="en-US"/>
              <a:t>样式与结构分离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工作方式：通过选择器选中</a:t>
            </a:r>
            <a:r>
              <a:rPr lang="en-US" altLang="zh-CN"/>
              <a:t>HTML</a:t>
            </a:r>
            <a:r>
              <a:rPr lang="zh-CN" altLang="en-US"/>
              <a:t>元素，再用样式属性（如</a:t>
            </a:r>
            <a:r>
              <a:rPr lang="en-US" altLang="en-US"/>
              <a:t> </a:t>
            </a:r>
            <a:r>
              <a:rPr lang="en-US" altLang="zh-CN"/>
              <a:t>color</a:t>
            </a:r>
            <a:r>
              <a:rPr lang="en-US" altLang="en-US"/>
              <a:t> </a:t>
            </a:r>
            <a:r>
              <a:rPr lang="zh-CN" altLang="en-US"/>
              <a:t>设置颜色、</a:t>
            </a:r>
            <a:r>
              <a:rPr lang="en-US" altLang="en-US"/>
              <a:t> </a:t>
            </a:r>
            <a:r>
              <a:rPr lang="en-US" altLang="zh-CN"/>
              <a:t>font-size</a:t>
            </a:r>
            <a:r>
              <a:rPr lang="en-US" altLang="en-US"/>
              <a:t> </a:t>
            </a:r>
            <a:r>
              <a:rPr lang="zh-CN" altLang="en-US"/>
              <a:t>设置字体大小、</a:t>
            </a:r>
            <a:r>
              <a:rPr lang="en-US" altLang="en-US"/>
              <a:t> </a:t>
            </a:r>
            <a:r>
              <a:rPr lang="en-US" altLang="zh-CN"/>
              <a:t>margin/padding</a:t>
            </a:r>
            <a:r>
              <a:rPr lang="en-US" altLang="en-US"/>
              <a:t> </a:t>
            </a:r>
            <a:r>
              <a:rPr lang="zh-CN" altLang="en-US"/>
              <a:t>设置边距、</a:t>
            </a:r>
            <a:r>
              <a:rPr lang="en-US" altLang="en-US"/>
              <a:t> </a:t>
            </a:r>
            <a:r>
              <a:rPr lang="en-US" altLang="zh-CN"/>
              <a:t>position</a:t>
            </a:r>
            <a:r>
              <a:rPr lang="en-US" altLang="en-US"/>
              <a:t> </a:t>
            </a:r>
            <a:r>
              <a:rPr lang="zh-CN" altLang="en-US"/>
              <a:t>设置定位）定义元素的视觉表现。</a:t>
            </a:r>
            <a:r>
              <a:rPr lang="en-US" altLang="zh-CN"/>
              <a:t>​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举例：用</a:t>
            </a:r>
            <a:r>
              <a:rPr lang="en-US" altLang="en-US"/>
              <a:t> </a:t>
            </a:r>
            <a:r>
              <a:rPr lang="en-US" altLang="zh-CN"/>
              <a:t>p {color: red; font-size: 16px;}</a:t>
            </a:r>
            <a:r>
              <a:rPr lang="en-US" altLang="en-US"/>
              <a:t> </a:t>
            </a:r>
            <a:r>
              <a:rPr lang="zh-CN" altLang="en-US"/>
              <a:t>让所有</a:t>
            </a:r>
            <a:r>
              <a:rPr lang="en-US" altLang="en-US"/>
              <a:t> </a:t>
            </a:r>
            <a:r>
              <a:rPr lang="en-US" altLang="zh-CN"/>
              <a:t>&lt;p&gt;</a:t>
            </a:r>
            <a:r>
              <a:rPr lang="en-US" altLang="en-US"/>
              <a:t> </a:t>
            </a:r>
            <a:r>
              <a:rPr lang="zh-CN" altLang="en-US"/>
              <a:t>标签的文字变成红色、</a:t>
            </a:r>
            <a:r>
              <a:rPr lang="en-US" altLang="zh-CN"/>
              <a:t>16</a:t>
            </a:r>
            <a:r>
              <a:rPr lang="zh-CN" altLang="en-US"/>
              <a:t>像素大小；用</a:t>
            </a:r>
            <a:r>
              <a:rPr lang="en-US" altLang="en-US"/>
              <a:t> </a:t>
            </a:r>
            <a:r>
              <a:rPr lang="en-US" altLang="zh-CN"/>
              <a:t>div {width: 300px; height: 200px; background: blue;}</a:t>
            </a:r>
            <a:r>
              <a:rPr lang="en-US" altLang="en-US"/>
              <a:t> </a:t>
            </a:r>
            <a:r>
              <a:rPr lang="zh-CN" altLang="en-US"/>
              <a:t>定义一个蓝色的</a:t>
            </a:r>
            <a:r>
              <a:rPr lang="en-US" altLang="zh-CN"/>
              <a:t>300</a:t>
            </a:r>
            <a:r>
              <a:rPr lang="en-US" altLang="en-US"/>
              <a:t>×</a:t>
            </a:r>
            <a:r>
              <a:rPr lang="en-US" altLang="zh-CN"/>
              <a:t>200</a:t>
            </a:r>
            <a:r>
              <a:rPr lang="zh-CN" altLang="en-US"/>
              <a:t>像素容器。</a:t>
            </a:r>
            <a:r>
              <a:rPr lang="en-US" altLang="zh-CN"/>
              <a:t>​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JavaScript</a:t>
            </a:r>
            <a:r>
              <a:rPr lang="zh-CN" altLang="en-US"/>
              <a:t>（</a:t>
            </a:r>
            <a:r>
              <a:rPr lang="en-US" altLang="zh-CN"/>
              <a:t>JS</a:t>
            </a:r>
            <a:r>
              <a:rPr lang="zh-CN" altLang="en-US"/>
              <a:t>）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核心定位：网页的行为层</a:t>
            </a:r>
            <a:r>
              <a:rPr lang="en-US" altLang="zh-CN"/>
              <a:t>/</a:t>
            </a:r>
            <a:r>
              <a:rPr lang="zh-CN" altLang="en-US"/>
              <a:t>交互层，是赋予网页动态效果和交互能力的脚本语言。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工作方式：处理用户事件（如点击、鼠标移动、键盘输入）、发起网络请求。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屏幕截图 2025-12-14 0726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6040"/>
            <a:ext cx="5575300" cy="3693160"/>
          </a:xfrm>
          <a:prstGeom prst="rect">
            <a:avLst/>
          </a:prstGeom>
        </p:spPr>
      </p:pic>
      <p:pic>
        <p:nvPicPr>
          <p:cNvPr id="3" name="图片 2" descr="屏幕截图 2025-12-14 0726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855" y="0"/>
            <a:ext cx="6494145" cy="3613150"/>
          </a:xfrm>
          <a:prstGeom prst="rect">
            <a:avLst/>
          </a:prstGeom>
        </p:spPr>
      </p:pic>
      <p:pic>
        <p:nvPicPr>
          <p:cNvPr id="4" name="图片 3" descr="屏幕截图 2025-12-14 0727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26485"/>
            <a:ext cx="5823585" cy="3231515"/>
          </a:xfrm>
          <a:prstGeom prst="rect">
            <a:avLst/>
          </a:prstGeom>
        </p:spPr>
      </p:pic>
      <p:pic>
        <p:nvPicPr>
          <p:cNvPr id="5" name="图片 4" descr="屏幕截图 2025-12-14 0727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585" y="3723640"/>
            <a:ext cx="6368415" cy="3134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07438" y="171919"/>
            <a:ext cx="670385" cy="604428"/>
            <a:chOff x="5424755" y="1340768"/>
            <a:chExt cx="670560" cy="60458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6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15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3" name="Freeform 126"/>
          <p:cNvSpPr>
            <a:spLocks noChangeAspect="1" noEditPoints="1"/>
          </p:cNvSpPr>
          <p:nvPr/>
        </p:nvSpPr>
        <p:spPr bwMode="auto">
          <a:xfrm>
            <a:off x="611535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917471" y="1849081"/>
            <a:ext cx="10357057" cy="3557024"/>
            <a:chOff x="917471" y="1744306"/>
            <a:chExt cx="10357057" cy="3557024"/>
          </a:xfrm>
        </p:grpSpPr>
        <p:pic>
          <p:nvPicPr>
            <p:cNvPr id="54" name="图片 53" descr="K:\PPT传包图网\12月PPT\商务图\1VIP\5f85702f20556.jpg5f85702f20556"/>
            <p:cNvPicPr>
              <a:picLocks noChangeAspect="1"/>
            </p:cNvPicPr>
            <p:nvPr/>
          </p:nvPicPr>
          <p:blipFill>
            <a:blip r:embed="rId1" cstate="screen"/>
            <a:srcRect/>
            <a:stretch>
              <a:fillRect/>
            </a:stretch>
          </p:blipFill>
          <p:spPr>
            <a:xfrm>
              <a:off x="1148166" y="1744306"/>
              <a:ext cx="4542790" cy="302895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  <a:headEnd/>
              <a:tailEnd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55" name="图片 54" descr="K:\PPT传包图网\12月PPT\商务图\1VIP\5f8424d3c7b19.jpg5f8424d3c7b19"/>
            <p:cNvPicPr>
              <a:picLocks noChangeAspect="1"/>
            </p:cNvPicPr>
            <p:nvPr/>
          </p:nvPicPr>
          <p:blipFill>
            <a:blip r:embed="rId2" cstate="screen"/>
            <a:srcRect/>
            <a:stretch>
              <a:fillRect/>
            </a:stretch>
          </p:blipFill>
          <p:spPr>
            <a:xfrm>
              <a:off x="6501045" y="1744306"/>
              <a:ext cx="4542790" cy="302895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  <a:headEnd/>
              <a:tailEnd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56" name="矩形 55"/>
            <p:cNvSpPr/>
            <p:nvPr/>
          </p:nvSpPr>
          <p:spPr>
            <a:xfrm>
              <a:off x="917471" y="4998435"/>
              <a:ext cx="10357057" cy="3028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25000"/>
                </a:lnSpc>
                <a:defRPr/>
              </a:pPr>
              <a:endParaRPr lang="zh-CN" alt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381760" y="438785"/>
            <a:ext cx="4714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/>
              <a:t>总结</a:t>
            </a:r>
            <a:endParaRPr lang="zh-CN" altLang="en-US" sz="5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89" b="24854"/>
          <a:stretch>
            <a:fillRect/>
          </a:stretch>
        </p:blipFill>
        <p:spPr>
          <a:xfrm>
            <a:off x="-194734" y="0"/>
            <a:ext cx="12458701" cy="68580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325508" y="1503634"/>
            <a:ext cx="6558441" cy="4968279"/>
            <a:chOff x="4420018" y="2647060"/>
            <a:chExt cx="2558785" cy="1938381"/>
          </a:xfrm>
        </p:grpSpPr>
        <p:sp>
          <p:nvSpPr>
            <p:cNvPr id="3" name="Freeform 22"/>
            <p:cNvSpPr/>
            <p:nvPr/>
          </p:nvSpPr>
          <p:spPr bwMode="auto">
            <a:xfrm>
              <a:off x="4420018" y="2647060"/>
              <a:ext cx="2101791" cy="1429662"/>
            </a:xfrm>
            <a:custGeom>
              <a:avLst/>
              <a:gdLst>
                <a:gd name="T0" fmla="*/ 1054 w 1090"/>
                <a:gd name="T1" fmla="*/ 742 h 742"/>
                <a:gd name="T2" fmla="*/ 36 w 1090"/>
                <a:gd name="T3" fmla="*/ 742 h 742"/>
                <a:gd name="T4" fmla="*/ 0 w 1090"/>
                <a:gd name="T5" fmla="*/ 706 h 742"/>
                <a:gd name="T6" fmla="*/ 0 w 1090"/>
                <a:gd name="T7" fmla="*/ 36 h 742"/>
                <a:gd name="T8" fmla="*/ 36 w 1090"/>
                <a:gd name="T9" fmla="*/ 0 h 742"/>
                <a:gd name="T10" fmla="*/ 1054 w 1090"/>
                <a:gd name="T11" fmla="*/ 0 h 742"/>
                <a:gd name="T12" fmla="*/ 1090 w 1090"/>
                <a:gd name="T13" fmla="*/ 36 h 742"/>
                <a:gd name="T14" fmla="*/ 1090 w 1090"/>
                <a:gd name="T15" fmla="*/ 706 h 742"/>
                <a:gd name="T16" fmla="*/ 1054 w 1090"/>
                <a:gd name="T17" fmla="*/ 742 h 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90" h="742">
                  <a:moveTo>
                    <a:pt x="1054" y="742"/>
                  </a:moveTo>
                  <a:cubicBezTo>
                    <a:pt x="36" y="742"/>
                    <a:pt x="36" y="742"/>
                    <a:pt x="36" y="742"/>
                  </a:cubicBezTo>
                  <a:cubicBezTo>
                    <a:pt x="16" y="742"/>
                    <a:pt x="0" y="726"/>
                    <a:pt x="0" y="70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1054" y="0"/>
                    <a:pt x="1054" y="0"/>
                    <a:pt x="1054" y="0"/>
                  </a:cubicBezTo>
                  <a:cubicBezTo>
                    <a:pt x="1074" y="0"/>
                    <a:pt x="1090" y="17"/>
                    <a:pt x="1090" y="36"/>
                  </a:cubicBezTo>
                  <a:cubicBezTo>
                    <a:pt x="1090" y="706"/>
                    <a:pt x="1090" y="706"/>
                    <a:pt x="1090" y="706"/>
                  </a:cubicBezTo>
                  <a:cubicBezTo>
                    <a:pt x="1090" y="726"/>
                    <a:pt x="1074" y="742"/>
                    <a:pt x="1054" y="742"/>
                  </a:cubicBezTo>
                </a:path>
              </a:pathLst>
            </a:cu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Rectangle 23"/>
            <p:cNvSpPr>
              <a:spLocks noChangeArrowheads="1"/>
            </p:cNvSpPr>
            <p:nvPr/>
          </p:nvSpPr>
          <p:spPr bwMode="auto">
            <a:xfrm>
              <a:off x="4516567" y="2855590"/>
              <a:ext cx="1908693" cy="10128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" name="Freeform 24"/>
            <p:cNvSpPr/>
            <p:nvPr/>
          </p:nvSpPr>
          <p:spPr bwMode="auto">
            <a:xfrm>
              <a:off x="4420018" y="4076704"/>
              <a:ext cx="2101791" cy="223733"/>
            </a:xfrm>
            <a:custGeom>
              <a:avLst/>
              <a:gdLst>
                <a:gd name="T0" fmla="*/ 0 w 1090"/>
                <a:gd name="T1" fmla="*/ 0 h 116"/>
                <a:gd name="T2" fmla="*/ 0 w 1090"/>
                <a:gd name="T3" fmla="*/ 71 h 116"/>
                <a:gd name="T4" fmla="*/ 45 w 1090"/>
                <a:gd name="T5" fmla="*/ 116 h 116"/>
                <a:gd name="T6" fmla="*/ 1045 w 1090"/>
                <a:gd name="T7" fmla="*/ 116 h 116"/>
                <a:gd name="T8" fmla="*/ 1090 w 1090"/>
                <a:gd name="T9" fmla="*/ 71 h 116"/>
                <a:gd name="T10" fmla="*/ 1090 w 1090"/>
                <a:gd name="T11" fmla="*/ 0 h 116"/>
                <a:gd name="T12" fmla="*/ 0 w 1090"/>
                <a:gd name="T13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0" h="116">
                  <a:moveTo>
                    <a:pt x="0" y="0"/>
                  </a:moveTo>
                  <a:cubicBezTo>
                    <a:pt x="0" y="71"/>
                    <a:pt x="0" y="71"/>
                    <a:pt x="0" y="71"/>
                  </a:cubicBezTo>
                  <a:cubicBezTo>
                    <a:pt x="0" y="96"/>
                    <a:pt x="20" y="116"/>
                    <a:pt x="45" y="116"/>
                  </a:cubicBezTo>
                  <a:cubicBezTo>
                    <a:pt x="1045" y="116"/>
                    <a:pt x="1045" y="116"/>
                    <a:pt x="1045" y="116"/>
                  </a:cubicBezTo>
                  <a:cubicBezTo>
                    <a:pt x="1070" y="116"/>
                    <a:pt x="1090" y="96"/>
                    <a:pt x="1090" y="71"/>
                  </a:cubicBezTo>
                  <a:cubicBezTo>
                    <a:pt x="1090" y="0"/>
                    <a:pt x="1090" y="0"/>
                    <a:pt x="109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" name="Oval 25"/>
            <p:cNvSpPr>
              <a:spLocks noChangeArrowheads="1"/>
            </p:cNvSpPr>
            <p:nvPr/>
          </p:nvSpPr>
          <p:spPr bwMode="auto">
            <a:xfrm>
              <a:off x="5425915" y="4174075"/>
              <a:ext cx="77054" cy="77053"/>
            </a:xfrm>
            <a:prstGeom prst="ellipse">
              <a:avLst/>
            </a:prstGeom>
            <a:solidFill>
              <a:srgbClr val="0C0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Freeform 26"/>
            <p:cNvSpPr/>
            <p:nvPr/>
          </p:nvSpPr>
          <p:spPr bwMode="auto">
            <a:xfrm>
              <a:off x="5239754" y="4300437"/>
              <a:ext cx="462320" cy="285004"/>
            </a:xfrm>
            <a:custGeom>
              <a:avLst/>
              <a:gdLst>
                <a:gd name="T0" fmla="*/ 215 w 240"/>
                <a:gd name="T1" fmla="*/ 0 h 148"/>
                <a:gd name="T2" fmla="*/ 120 w 240"/>
                <a:gd name="T3" fmla="*/ 0 h 148"/>
                <a:gd name="T4" fmla="*/ 25 w 240"/>
                <a:gd name="T5" fmla="*/ 0 h 148"/>
                <a:gd name="T6" fmla="*/ 0 w 240"/>
                <a:gd name="T7" fmla="*/ 148 h 148"/>
                <a:gd name="T8" fmla="*/ 120 w 240"/>
                <a:gd name="T9" fmla="*/ 148 h 148"/>
                <a:gd name="T10" fmla="*/ 240 w 240"/>
                <a:gd name="T11" fmla="*/ 148 h 148"/>
                <a:gd name="T12" fmla="*/ 215 w 240"/>
                <a:gd name="T1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148">
                  <a:moveTo>
                    <a:pt x="215" y="0"/>
                  </a:moveTo>
                  <a:cubicBezTo>
                    <a:pt x="120" y="0"/>
                    <a:pt x="120" y="0"/>
                    <a:pt x="12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6" y="64"/>
                    <a:pt x="0" y="148"/>
                  </a:cubicBezTo>
                  <a:cubicBezTo>
                    <a:pt x="120" y="148"/>
                    <a:pt x="120" y="148"/>
                    <a:pt x="120" y="148"/>
                  </a:cubicBezTo>
                  <a:cubicBezTo>
                    <a:pt x="240" y="148"/>
                    <a:pt x="240" y="148"/>
                    <a:pt x="240" y="148"/>
                  </a:cubicBezTo>
                  <a:cubicBezTo>
                    <a:pt x="214" y="64"/>
                    <a:pt x="215" y="0"/>
                    <a:pt x="21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Freeform 27"/>
            <p:cNvSpPr>
              <a:spLocks noEditPoints="1"/>
            </p:cNvSpPr>
            <p:nvPr/>
          </p:nvSpPr>
          <p:spPr bwMode="auto">
            <a:xfrm>
              <a:off x="6600035" y="4300437"/>
              <a:ext cx="378768" cy="73340"/>
            </a:xfrm>
            <a:custGeom>
              <a:avLst/>
              <a:gdLst>
                <a:gd name="T0" fmla="*/ 194 w 196"/>
                <a:gd name="T1" fmla="*/ 21 h 38"/>
                <a:gd name="T2" fmla="*/ 196 w 196"/>
                <a:gd name="T3" fmla="*/ 38 h 38"/>
                <a:gd name="T4" fmla="*/ 196 w 196"/>
                <a:gd name="T5" fmla="*/ 38 h 38"/>
                <a:gd name="T6" fmla="*/ 194 w 196"/>
                <a:gd name="T7" fmla="*/ 21 h 38"/>
                <a:gd name="T8" fmla="*/ 194 w 196"/>
                <a:gd name="T9" fmla="*/ 21 h 38"/>
                <a:gd name="T10" fmla="*/ 194 w 196"/>
                <a:gd name="T11" fmla="*/ 21 h 38"/>
                <a:gd name="T12" fmla="*/ 194 w 196"/>
                <a:gd name="T13" fmla="*/ 21 h 38"/>
                <a:gd name="T14" fmla="*/ 194 w 196"/>
                <a:gd name="T15" fmla="*/ 21 h 38"/>
                <a:gd name="T16" fmla="*/ 194 w 196"/>
                <a:gd name="T17" fmla="*/ 21 h 38"/>
                <a:gd name="T18" fmla="*/ 194 w 196"/>
                <a:gd name="T19" fmla="*/ 21 h 38"/>
                <a:gd name="T20" fmla="*/ 194 w 196"/>
                <a:gd name="T21" fmla="*/ 21 h 38"/>
                <a:gd name="T22" fmla="*/ 194 w 196"/>
                <a:gd name="T23" fmla="*/ 21 h 38"/>
                <a:gd name="T24" fmla="*/ 194 w 196"/>
                <a:gd name="T25" fmla="*/ 21 h 38"/>
                <a:gd name="T26" fmla="*/ 193 w 196"/>
                <a:gd name="T27" fmla="*/ 0 h 38"/>
                <a:gd name="T28" fmla="*/ 193 w 196"/>
                <a:gd name="T29" fmla="*/ 0 h 38"/>
                <a:gd name="T30" fmla="*/ 193 w 196"/>
                <a:gd name="T31" fmla="*/ 0 h 38"/>
                <a:gd name="T32" fmla="*/ 193 w 196"/>
                <a:gd name="T33" fmla="*/ 0 h 38"/>
                <a:gd name="T34" fmla="*/ 193 w 196"/>
                <a:gd name="T35" fmla="*/ 0 h 38"/>
                <a:gd name="T36" fmla="*/ 193 w 196"/>
                <a:gd name="T37" fmla="*/ 0 h 38"/>
                <a:gd name="T38" fmla="*/ 193 w 196"/>
                <a:gd name="T39" fmla="*/ 0 h 38"/>
                <a:gd name="T40" fmla="*/ 193 w 196"/>
                <a:gd name="T41" fmla="*/ 0 h 38"/>
                <a:gd name="T42" fmla="*/ 193 w 196"/>
                <a:gd name="T43" fmla="*/ 0 h 38"/>
                <a:gd name="T44" fmla="*/ 3 w 196"/>
                <a:gd name="T45" fmla="*/ 0 h 38"/>
                <a:gd name="T46" fmla="*/ 0 w 196"/>
                <a:gd name="T47" fmla="*/ 38 h 38"/>
                <a:gd name="T48" fmla="*/ 0 w 196"/>
                <a:gd name="T49" fmla="*/ 38 h 38"/>
                <a:gd name="T50" fmla="*/ 3 w 196"/>
                <a:gd name="T51" fmla="*/ 0 h 38"/>
                <a:gd name="T52" fmla="*/ 193 w 196"/>
                <a:gd name="T53" fmla="*/ 0 h 38"/>
                <a:gd name="T54" fmla="*/ 193 w 196"/>
                <a:gd name="T55" fmla="*/ 0 h 38"/>
                <a:gd name="T56" fmla="*/ 193 w 196"/>
                <a:gd name="T57" fmla="*/ 0 h 38"/>
                <a:gd name="T58" fmla="*/ 3 w 196"/>
                <a:gd name="T59" fmla="*/ 0 h 38"/>
                <a:gd name="T60" fmla="*/ 3 w 196"/>
                <a:gd name="T61" fmla="*/ 0 h 38"/>
                <a:gd name="T62" fmla="*/ 3 w 196"/>
                <a:gd name="T63" fmla="*/ 0 h 38"/>
                <a:gd name="T64" fmla="*/ 193 w 196"/>
                <a:gd name="T65" fmla="*/ 0 h 38"/>
                <a:gd name="T66" fmla="*/ 193 w 196"/>
                <a:gd name="T67" fmla="*/ 0 h 38"/>
                <a:gd name="T68" fmla="*/ 193 w 196"/>
                <a:gd name="T69" fmla="*/ 0 h 38"/>
                <a:gd name="T70" fmla="*/ 3 w 196"/>
                <a:gd name="T71" fmla="*/ 0 h 38"/>
                <a:gd name="T72" fmla="*/ 3 w 196"/>
                <a:gd name="T73" fmla="*/ 0 h 38"/>
                <a:gd name="T74" fmla="*/ 3 w 196"/>
                <a:gd name="T75" fmla="*/ 0 h 38"/>
                <a:gd name="T76" fmla="*/ 3 w 196"/>
                <a:gd name="T77" fmla="*/ 0 h 38"/>
                <a:gd name="T78" fmla="*/ 3 w 196"/>
                <a:gd name="T79" fmla="*/ 0 h 38"/>
                <a:gd name="T80" fmla="*/ 3 w 196"/>
                <a:gd name="T81" fmla="*/ 0 h 38"/>
                <a:gd name="T82" fmla="*/ 193 w 196"/>
                <a:gd name="T83" fmla="*/ 0 h 38"/>
                <a:gd name="T84" fmla="*/ 193 w 196"/>
                <a:gd name="T85" fmla="*/ 0 h 38"/>
                <a:gd name="T86" fmla="*/ 193 w 196"/>
                <a:gd name="T8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6" h="38">
                  <a:moveTo>
                    <a:pt x="194" y="21"/>
                  </a:moveTo>
                  <a:cubicBezTo>
                    <a:pt x="194" y="26"/>
                    <a:pt x="195" y="32"/>
                    <a:pt x="196" y="38"/>
                  </a:cubicBezTo>
                  <a:cubicBezTo>
                    <a:pt x="196" y="38"/>
                    <a:pt x="196" y="38"/>
                    <a:pt x="196" y="38"/>
                  </a:cubicBezTo>
                  <a:cubicBezTo>
                    <a:pt x="195" y="32"/>
                    <a:pt x="194" y="26"/>
                    <a:pt x="194" y="21"/>
                  </a:cubicBezTo>
                  <a:moveTo>
                    <a:pt x="194" y="21"/>
                  </a:move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moveTo>
                    <a:pt x="194" y="21"/>
                  </a:move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moveTo>
                    <a:pt x="194" y="21"/>
                  </a:move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moveTo>
                    <a:pt x="3" y="0"/>
                  </a:moveTo>
                  <a:cubicBezTo>
                    <a:pt x="3" y="1"/>
                    <a:pt x="3" y="1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3" y="15"/>
                    <a:pt x="3" y="1"/>
                    <a:pt x="3" y="0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193" y="0"/>
                  </a:move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</a:path>
              </a:pathLst>
            </a:cu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Freeform 28"/>
            <p:cNvSpPr/>
            <p:nvPr/>
          </p:nvSpPr>
          <p:spPr bwMode="auto">
            <a:xfrm>
              <a:off x="5281530" y="4251136"/>
              <a:ext cx="378768" cy="73340"/>
            </a:xfrm>
            <a:custGeom>
              <a:avLst/>
              <a:gdLst>
                <a:gd name="T0" fmla="*/ 193 w 196"/>
                <a:gd name="T1" fmla="*/ 0 h 38"/>
                <a:gd name="T2" fmla="*/ 98 w 196"/>
                <a:gd name="T3" fmla="*/ 0 h 38"/>
                <a:gd name="T4" fmla="*/ 3 w 196"/>
                <a:gd name="T5" fmla="*/ 0 h 38"/>
                <a:gd name="T6" fmla="*/ 3 w 196"/>
                <a:gd name="T7" fmla="*/ 0 h 38"/>
                <a:gd name="T8" fmla="*/ 3 w 196"/>
                <a:gd name="T9" fmla="*/ 0 h 38"/>
                <a:gd name="T10" fmla="*/ 3 w 196"/>
                <a:gd name="T11" fmla="*/ 0 h 38"/>
                <a:gd name="T12" fmla="*/ 3 w 196"/>
                <a:gd name="T13" fmla="*/ 0 h 38"/>
                <a:gd name="T14" fmla="*/ 3 w 196"/>
                <a:gd name="T15" fmla="*/ 0 h 38"/>
                <a:gd name="T16" fmla="*/ 3 w 196"/>
                <a:gd name="T17" fmla="*/ 0 h 38"/>
                <a:gd name="T18" fmla="*/ 3 w 196"/>
                <a:gd name="T19" fmla="*/ 0 h 38"/>
                <a:gd name="T20" fmla="*/ 0 w 196"/>
                <a:gd name="T21" fmla="*/ 38 h 38"/>
                <a:gd name="T22" fmla="*/ 196 w 196"/>
                <a:gd name="T23" fmla="*/ 38 h 38"/>
                <a:gd name="T24" fmla="*/ 194 w 196"/>
                <a:gd name="T25" fmla="*/ 21 h 38"/>
                <a:gd name="T26" fmla="*/ 194 w 196"/>
                <a:gd name="T27" fmla="*/ 21 h 38"/>
                <a:gd name="T28" fmla="*/ 194 w 196"/>
                <a:gd name="T29" fmla="*/ 21 h 38"/>
                <a:gd name="T30" fmla="*/ 194 w 196"/>
                <a:gd name="T31" fmla="*/ 21 h 38"/>
                <a:gd name="T32" fmla="*/ 194 w 196"/>
                <a:gd name="T33" fmla="*/ 21 h 38"/>
                <a:gd name="T34" fmla="*/ 194 w 196"/>
                <a:gd name="T35" fmla="*/ 21 h 38"/>
                <a:gd name="T36" fmla="*/ 194 w 196"/>
                <a:gd name="T37" fmla="*/ 21 h 38"/>
                <a:gd name="T38" fmla="*/ 193 w 196"/>
                <a:gd name="T39" fmla="*/ 0 h 38"/>
                <a:gd name="T40" fmla="*/ 193 w 196"/>
                <a:gd name="T41" fmla="*/ 0 h 38"/>
                <a:gd name="T42" fmla="*/ 193 w 196"/>
                <a:gd name="T43" fmla="*/ 0 h 38"/>
                <a:gd name="T44" fmla="*/ 193 w 196"/>
                <a:gd name="T45" fmla="*/ 0 h 38"/>
                <a:gd name="T46" fmla="*/ 193 w 196"/>
                <a:gd name="T47" fmla="*/ 0 h 38"/>
                <a:gd name="T48" fmla="*/ 193 w 196"/>
                <a:gd name="T49" fmla="*/ 0 h 38"/>
                <a:gd name="T50" fmla="*/ 193 w 196"/>
                <a:gd name="T51" fmla="*/ 0 h 38"/>
                <a:gd name="T52" fmla="*/ 193 w 196"/>
                <a:gd name="T53" fmla="*/ 0 h 38"/>
                <a:gd name="T54" fmla="*/ 193 w 196"/>
                <a:gd name="T55" fmla="*/ 0 h 38"/>
                <a:gd name="T56" fmla="*/ 193 w 196"/>
                <a:gd name="T57" fmla="*/ 0 h 38"/>
                <a:gd name="T58" fmla="*/ 193 w 196"/>
                <a:gd name="T59" fmla="*/ 0 h 38"/>
                <a:gd name="T60" fmla="*/ 193 w 196"/>
                <a:gd name="T61" fmla="*/ 0 h 38"/>
                <a:gd name="T62" fmla="*/ 193 w 196"/>
                <a:gd name="T6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6" h="38">
                  <a:moveTo>
                    <a:pt x="193" y="0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3" y="15"/>
                    <a:pt x="0" y="38"/>
                  </a:cubicBezTo>
                  <a:cubicBezTo>
                    <a:pt x="196" y="38"/>
                    <a:pt x="196" y="38"/>
                    <a:pt x="196" y="38"/>
                  </a:cubicBezTo>
                  <a:cubicBezTo>
                    <a:pt x="195" y="32"/>
                    <a:pt x="194" y="26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3" y="9"/>
                    <a:pt x="193" y="2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3" y="0"/>
                    <a:pt x="193" y="0"/>
                    <a:pt x="193" y="0"/>
                  </a:cubicBezTo>
                </a:path>
              </a:pathLst>
            </a:cu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854763" y="2318199"/>
            <a:ext cx="4359579" cy="1894320"/>
            <a:chOff x="2855913" y="-477838"/>
            <a:chExt cx="5757862" cy="2501900"/>
          </a:xfrm>
          <a:solidFill>
            <a:srgbClr val="1C50A2"/>
          </a:solidFill>
        </p:grpSpPr>
        <p:sp>
          <p:nvSpPr>
            <p:cNvPr id="11" name="Freeform 5"/>
            <p:cNvSpPr/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Freeform 6"/>
            <p:cNvSpPr/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Freeform 7"/>
            <p:cNvSpPr/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9" name="Freeform 5"/>
          <p:cNvSpPr>
            <a:spLocks noEditPoints="1"/>
          </p:cNvSpPr>
          <p:nvPr/>
        </p:nvSpPr>
        <p:spPr bwMode="auto">
          <a:xfrm>
            <a:off x="-192541" y="4019975"/>
            <a:ext cx="1790977" cy="2869814"/>
          </a:xfrm>
          <a:custGeom>
            <a:avLst/>
            <a:gdLst>
              <a:gd name="T0" fmla="*/ 0 w 7449"/>
              <a:gd name="T1" fmla="*/ 0 h 11906"/>
              <a:gd name="T2" fmla="*/ 7449 w 7449"/>
              <a:gd name="T3" fmla="*/ 4223 h 11906"/>
              <a:gd name="T4" fmla="*/ 0 w 7449"/>
              <a:gd name="T5" fmla="*/ 4223 h 11906"/>
              <a:gd name="T6" fmla="*/ 0 w 7449"/>
              <a:gd name="T7" fmla="*/ 0 h 11906"/>
              <a:gd name="T8" fmla="*/ 7449 w 7449"/>
              <a:gd name="T9" fmla="*/ 4302 h 11906"/>
              <a:gd name="T10" fmla="*/ 0 w 7449"/>
              <a:gd name="T11" fmla="*/ 8525 h 11906"/>
              <a:gd name="T12" fmla="*/ 0 w 7449"/>
              <a:gd name="T13" fmla="*/ 4302 h 11906"/>
              <a:gd name="T14" fmla="*/ 7449 w 7449"/>
              <a:gd name="T15" fmla="*/ 4302 h 11906"/>
              <a:gd name="T16" fmla="*/ 2857 w 7449"/>
              <a:gd name="T17" fmla="*/ 10038 h 11906"/>
              <a:gd name="T18" fmla="*/ 5 w 7449"/>
              <a:gd name="T19" fmla="*/ 11903 h 11906"/>
              <a:gd name="T20" fmla="*/ 0 w 7449"/>
              <a:gd name="T21" fmla="*/ 11906 h 11906"/>
              <a:gd name="T22" fmla="*/ 0 w 7449"/>
              <a:gd name="T23" fmla="*/ 8789 h 11906"/>
              <a:gd name="T24" fmla="*/ 2857 w 7449"/>
              <a:gd name="T25" fmla="*/ 7136 h 11906"/>
              <a:gd name="T26" fmla="*/ 2857 w 7449"/>
              <a:gd name="T27" fmla="*/ 10038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rgbClr val="324D8A"/>
          </a:solidFill>
          <a:ln w="5" cap="flat">
            <a:solidFill>
              <a:srgbClr val="324D8A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07438" y="171919"/>
            <a:ext cx="670385" cy="604428"/>
            <a:chOff x="5424755" y="1340768"/>
            <a:chExt cx="670560" cy="604586"/>
          </a:xfrm>
        </p:grpSpPr>
        <p:grpSp>
          <p:nvGrpSpPr>
            <p:cNvPr id="14" name="组合 13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16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16" tIns="45708" rIns="91416" bIns="4570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15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91416" tIns="45708" rIns="91416" bIns="4570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3" name="Freeform 126"/>
          <p:cNvSpPr>
            <a:spLocks noChangeAspect="1" noEditPoints="1"/>
          </p:cNvSpPr>
          <p:nvPr/>
        </p:nvSpPr>
        <p:spPr bwMode="auto">
          <a:xfrm>
            <a:off x="611535" y="332909"/>
            <a:ext cx="267832" cy="335140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1C50A2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任意多边形: 形状 20"/>
          <p:cNvSpPr/>
          <p:nvPr/>
        </p:nvSpPr>
        <p:spPr>
          <a:xfrm>
            <a:off x="0" y="4535830"/>
            <a:ext cx="12192000" cy="2322171"/>
          </a:xfrm>
          <a:custGeom>
            <a:avLst/>
            <a:gdLst>
              <a:gd name="connsiteX0" fmla="*/ 1437126 w 12192000"/>
              <a:gd name="connsiteY0" fmla="*/ 321 h 2322171"/>
              <a:gd name="connsiteX1" fmla="*/ 1712890 w 12192000"/>
              <a:gd name="connsiteY1" fmla="*/ 11737 h 2322171"/>
              <a:gd name="connsiteX2" fmla="*/ 8306873 w 12192000"/>
              <a:gd name="connsiteY2" fmla="*/ 2033721 h 2322171"/>
              <a:gd name="connsiteX3" fmla="*/ 12146085 w 12192000"/>
              <a:gd name="connsiteY3" fmla="*/ 1569176 h 2322171"/>
              <a:gd name="connsiteX4" fmla="*/ 12192000 w 12192000"/>
              <a:gd name="connsiteY4" fmla="*/ 1568034 h 2322171"/>
              <a:gd name="connsiteX5" fmla="*/ 12192000 w 12192000"/>
              <a:gd name="connsiteY5" fmla="*/ 2322171 h 2322171"/>
              <a:gd name="connsiteX6" fmla="*/ 0 w 12192000"/>
              <a:gd name="connsiteY6" fmla="*/ 2322171 h 2322171"/>
              <a:gd name="connsiteX7" fmla="*/ 0 w 12192000"/>
              <a:gd name="connsiteY7" fmla="*/ 339035 h 2322171"/>
              <a:gd name="connsiteX8" fmla="*/ 3623 w 12192000"/>
              <a:gd name="connsiteY8" fmla="*/ 336526 h 2322171"/>
              <a:gd name="connsiteX9" fmla="*/ 1437126 w 12192000"/>
              <a:gd name="connsiteY9" fmla="*/ 321 h 2322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2322171">
                <a:moveTo>
                  <a:pt x="1437126" y="321"/>
                </a:moveTo>
                <a:cubicBezTo>
                  <a:pt x="1525765" y="1395"/>
                  <a:pt x="1617640" y="5164"/>
                  <a:pt x="1712890" y="11737"/>
                </a:cubicBezTo>
                <a:cubicBezTo>
                  <a:pt x="3236890" y="116915"/>
                  <a:pt x="6448022" y="1673113"/>
                  <a:pt x="8306873" y="2033721"/>
                </a:cubicBezTo>
                <a:cubicBezTo>
                  <a:pt x="9701011" y="2304177"/>
                  <a:pt x="11195363" y="1619585"/>
                  <a:pt x="12146085" y="1569176"/>
                </a:cubicBezTo>
                <a:lnTo>
                  <a:pt x="12192000" y="1568034"/>
                </a:lnTo>
                <a:lnTo>
                  <a:pt x="12192000" y="2322171"/>
                </a:lnTo>
                <a:lnTo>
                  <a:pt x="0" y="2322171"/>
                </a:lnTo>
                <a:lnTo>
                  <a:pt x="0" y="339035"/>
                </a:lnTo>
                <a:lnTo>
                  <a:pt x="3623" y="336526"/>
                </a:lnTo>
                <a:cubicBezTo>
                  <a:pt x="354723" y="117367"/>
                  <a:pt x="816649" y="-7194"/>
                  <a:pt x="1437126" y="321"/>
                </a:cubicBezTo>
                <a:close/>
              </a:path>
            </a:pathLst>
          </a:custGeom>
          <a:solidFill>
            <a:srgbClr val="324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624205" y="1499235"/>
            <a:ext cx="4651375" cy="2602865"/>
          </a:xfrm>
          <a:prstGeom prst="roundRect">
            <a:avLst>
              <a:gd name="adj" fmla="val 2311"/>
            </a:avLst>
          </a:prstGeom>
          <a:solidFill>
            <a:schemeClr val="bg1"/>
          </a:solidFill>
          <a:ln>
            <a:noFill/>
          </a:ln>
          <a:effectLst>
            <a:outerShdw blurRad="254000" dist="50800" dir="1800000" algn="ctr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rPr>
              <a:t>Q&amp;A</a:t>
            </a:r>
            <a:endParaRPr kumimoji="0" lang="en-US" altLang="zh-CN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rPr>
              <a:t>(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rPr>
              <a:t>我真求你了）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30886" y="5042102"/>
            <a:ext cx="4061224" cy="8958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" name="Freeform 204"/>
          <p:cNvSpPr>
            <a:spLocks noEditPoints="1"/>
          </p:cNvSpPr>
          <p:nvPr/>
        </p:nvSpPr>
        <p:spPr bwMode="auto">
          <a:xfrm>
            <a:off x="6489462" y="2192338"/>
            <a:ext cx="682625" cy="2744787"/>
          </a:xfrm>
          <a:custGeom>
            <a:avLst/>
            <a:gdLst>
              <a:gd name="T0" fmla="*/ 280 w 287"/>
              <a:gd name="T1" fmla="*/ 271 h 1160"/>
              <a:gd name="T2" fmla="*/ 247 w 287"/>
              <a:gd name="T3" fmla="*/ 188 h 1160"/>
              <a:gd name="T4" fmla="*/ 213 w 287"/>
              <a:gd name="T5" fmla="*/ 135 h 1160"/>
              <a:gd name="T6" fmla="*/ 181 w 287"/>
              <a:gd name="T7" fmla="*/ 23 h 1160"/>
              <a:gd name="T8" fmla="*/ 82 w 287"/>
              <a:gd name="T9" fmla="*/ 57 h 1160"/>
              <a:gd name="T10" fmla="*/ 76 w 287"/>
              <a:gd name="T11" fmla="*/ 189 h 1160"/>
              <a:gd name="T12" fmla="*/ 40 w 287"/>
              <a:gd name="T13" fmla="*/ 237 h 1160"/>
              <a:gd name="T14" fmla="*/ 4 w 287"/>
              <a:gd name="T15" fmla="*/ 366 h 1160"/>
              <a:gd name="T16" fmla="*/ 7 w 287"/>
              <a:gd name="T17" fmla="*/ 412 h 1160"/>
              <a:gd name="T18" fmla="*/ 40 w 287"/>
              <a:gd name="T19" fmla="*/ 467 h 1160"/>
              <a:gd name="T20" fmla="*/ 35 w 287"/>
              <a:gd name="T21" fmla="*/ 546 h 1160"/>
              <a:gd name="T22" fmla="*/ 27 w 287"/>
              <a:gd name="T23" fmla="*/ 759 h 1160"/>
              <a:gd name="T24" fmla="*/ 47 w 287"/>
              <a:gd name="T25" fmla="*/ 843 h 1160"/>
              <a:gd name="T26" fmla="*/ 75 w 287"/>
              <a:gd name="T27" fmla="*/ 1036 h 1160"/>
              <a:gd name="T28" fmla="*/ 44 w 287"/>
              <a:gd name="T29" fmla="*/ 1127 h 1160"/>
              <a:gd name="T30" fmla="*/ 70 w 287"/>
              <a:gd name="T31" fmla="*/ 1155 h 1160"/>
              <a:gd name="T32" fmla="*/ 108 w 287"/>
              <a:gd name="T33" fmla="*/ 1107 h 1160"/>
              <a:gd name="T34" fmla="*/ 107 w 287"/>
              <a:gd name="T35" fmla="*/ 1141 h 1160"/>
              <a:gd name="T36" fmla="*/ 119 w 287"/>
              <a:gd name="T37" fmla="*/ 1132 h 1160"/>
              <a:gd name="T38" fmla="*/ 117 w 287"/>
              <a:gd name="T39" fmla="*/ 1050 h 1160"/>
              <a:gd name="T40" fmla="*/ 115 w 287"/>
              <a:gd name="T41" fmla="*/ 885 h 1160"/>
              <a:gd name="T42" fmla="*/ 167 w 287"/>
              <a:gd name="T43" fmla="*/ 851 h 1160"/>
              <a:gd name="T44" fmla="*/ 169 w 287"/>
              <a:gd name="T45" fmla="*/ 977 h 1160"/>
              <a:gd name="T46" fmla="*/ 154 w 287"/>
              <a:gd name="T47" fmla="*/ 1096 h 1160"/>
              <a:gd name="T48" fmla="*/ 148 w 287"/>
              <a:gd name="T49" fmla="*/ 1159 h 1160"/>
              <a:gd name="T50" fmla="*/ 205 w 287"/>
              <a:gd name="T51" fmla="*/ 1104 h 1160"/>
              <a:gd name="T52" fmla="*/ 202 w 287"/>
              <a:gd name="T53" fmla="*/ 1043 h 1160"/>
              <a:gd name="T54" fmla="*/ 234 w 287"/>
              <a:gd name="T55" fmla="*/ 852 h 1160"/>
              <a:gd name="T56" fmla="*/ 251 w 287"/>
              <a:gd name="T57" fmla="*/ 721 h 1160"/>
              <a:gd name="T58" fmla="*/ 265 w 287"/>
              <a:gd name="T59" fmla="*/ 535 h 1160"/>
              <a:gd name="T60" fmla="*/ 258 w 287"/>
              <a:gd name="T61" fmla="*/ 449 h 1160"/>
              <a:gd name="T62" fmla="*/ 244 w 287"/>
              <a:gd name="T63" fmla="*/ 388 h 1160"/>
              <a:gd name="T64" fmla="*/ 102 w 287"/>
              <a:gd name="T65" fmla="*/ 452 h 1160"/>
              <a:gd name="T66" fmla="*/ 114 w 287"/>
              <a:gd name="T67" fmla="*/ 452 h 1160"/>
              <a:gd name="T68" fmla="*/ 168 w 287"/>
              <a:gd name="T69" fmla="*/ 213 h 1160"/>
              <a:gd name="T70" fmla="*/ 117 w 287"/>
              <a:gd name="T71" fmla="*/ 344 h 1160"/>
              <a:gd name="T72" fmla="*/ 114 w 287"/>
              <a:gd name="T73" fmla="*/ 257 h 1160"/>
              <a:gd name="T74" fmla="*/ 102 w 287"/>
              <a:gd name="T75" fmla="*/ 205 h 1160"/>
              <a:gd name="T76" fmla="*/ 134 w 287"/>
              <a:gd name="T77" fmla="*/ 223 h 1160"/>
              <a:gd name="T78" fmla="*/ 152 w 287"/>
              <a:gd name="T79" fmla="*/ 222 h 1160"/>
              <a:gd name="T80" fmla="*/ 159 w 287"/>
              <a:gd name="T81" fmla="*/ 184 h 1160"/>
              <a:gd name="T82" fmla="*/ 189 w 287"/>
              <a:gd name="T83" fmla="*/ 176 h 1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87" h="1160">
                <a:moveTo>
                  <a:pt x="257" y="366"/>
                </a:moveTo>
                <a:cubicBezTo>
                  <a:pt x="258" y="353"/>
                  <a:pt x="279" y="285"/>
                  <a:pt x="280" y="271"/>
                </a:cubicBezTo>
                <a:cubicBezTo>
                  <a:pt x="281" y="257"/>
                  <a:pt x="287" y="214"/>
                  <a:pt x="282" y="199"/>
                </a:cubicBezTo>
                <a:cubicBezTo>
                  <a:pt x="277" y="183"/>
                  <a:pt x="247" y="188"/>
                  <a:pt x="247" y="188"/>
                </a:cubicBezTo>
                <a:cubicBezTo>
                  <a:pt x="247" y="188"/>
                  <a:pt x="240" y="172"/>
                  <a:pt x="226" y="168"/>
                </a:cubicBezTo>
                <a:cubicBezTo>
                  <a:pt x="211" y="164"/>
                  <a:pt x="229" y="145"/>
                  <a:pt x="213" y="135"/>
                </a:cubicBezTo>
                <a:cubicBezTo>
                  <a:pt x="203" y="128"/>
                  <a:pt x="206" y="92"/>
                  <a:pt x="202" y="78"/>
                </a:cubicBezTo>
                <a:cubicBezTo>
                  <a:pt x="199" y="64"/>
                  <a:pt x="190" y="35"/>
                  <a:pt x="181" y="23"/>
                </a:cubicBezTo>
                <a:cubicBezTo>
                  <a:pt x="171" y="10"/>
                  <a:pt x="152" y="17"/>
                  <a:pt x="152" y="17"/>
                </a:cubicBezTo>
                <a:cubicBezTo>
                  <a:pt x="108" y="0"/>
                  <a:pt x="86" y="37"/>
                  <a:pt x="82" y="57"/>
                </a:cubicBezTo>
                <a:cubicBezTo>
                  <a:pt x="79" y="77"/>
                  <a:pt x="89" y="114"/>
                  <a:pt x="77" y="140"/>
                </a:cubicBezTo>
                <a:cubicBezTo>
                  <a:pt x="66" y="165"/>
                  <a:pt x="91" y="174"/>
                  <a:pt x="76" y="189"/>
                </a:cubicBezTo>
                <a:cubicBezTo>
                  <a:pt x="60" y="203"/>
                  <a:pt x="74" y="208"/>
                  <a:pt x="59" y="215"/>
                </a:cubicBezTo>
                <a:cubicBezTo>
                  <a:pt x="45" y="221"/>
                  <a:pt x="40" y="224"/>
                  <a:pt x="40" y="237"/>
                </a:cubicBezTo>
                <a:cubicBezTo>
                  <a:pt x="40" y="250"/>
                  <a:pt x="28" y="284"/>
                  <a:pt x="22" y="314"/>
                </a:cubicBezTo>
                <a:cubicBezTo>
                  <a:pt x="15" y="344"/>
                  <a:pt x="8" y="355"/>
                  <a:pt x="4" y="366"/>
                </a:cubicBezTo>
                <a:cubicBezTo>
                  <a:pt x="0" y="378"/>
                  <a:pt x="2" y="382"/>
                  <a:pt x="4" y="388"/>
                </a:cubicBezTo>
                <a:cubicBezTo>
                  <a:pt x="6" y="393"/>
                  <a:pt x="7" y="394"/>
                  <a:pt x="7" y="412"/>
                </a:cubicBezTo>
                <a:cubicBezTo>
                  <a:pt x="7" y="431"/>
                  <a:pt x="38" y="434"/>
                  <a:pt x="38" y="434"/>
                </a:cubicBezTo>
                <a:cubicBezTo>
                  <a:pt x="38" y="434"/>
                  <a:pt x="40" y="451"/>
                  <a:pt x="40" y="467"/>
                </a:cubicBezTo>
                <a:cubicBezTo>
                  <a:pt x="40" y="482"/>
                  <a:pt x="30" y="526"/>
                  <a:pt x="28" y="538"/>
                </a:cubicBezTo>
                <a:cubicBezTo>
                  <a:pt x="26" y="550"/>
                  <a:pt x="35" y="546"/>
                  <a:pt x="35" y="546"/>
                </a:cubicBezTo>
                <a:cubicBezTo>
                  <a:pt x="35" y="546"/>
                  <a:pt x="35" y="559"/>
                  <a:pt x="33" y="578"/>
                </a:cubicBezTo>
                <a:cubicBezTo>
                  <a:pt x="30" y="597"/>
                  <a:pt x="27" y="724"/>
                  <a:pt x="27" y="759"/>
                </a:cubicBezTo>
                <a:cubicBezTo>
                  <a:pt x="27" y="794"/>
                  <a:pt x="23" y="842"/>
                  <a:pt x="27" y="842"/>
                </a:cubicBezTo>
                <a:cubicBezTo>
                  <a:pt x="32" y="842"/>
                  <a:pt x="47" y="843"/>
                  <a:pt x="47" y="843"/>
                </a:cubicBezTo>
                <a:cubicBezTo>
                  <a:pt x="47" y="843"/>
                  <a:pt x="45" y="866"/>
                  <a:pt x="46" y="895"/>
                </a:cubicBezTo>
                <a:cubicBezTo>
                  <a:pt x="47" y="923"/>
                  <a:pt x="70" y="1014"/>
                  <a:pt x="75" y="1036"/>
                </a:cubicBezTo>
                <a:cubicBezTo>
                  <a:pt x="79" y="1059"/>
                  <a:pt x="78" y="1079"/>
                  <a:pt x="70" y="1091"/>
                </a:cubicBezTo>
                <a:cubicBezTo>
                  <a:pt x="63" y="1103"/>
                  <a:pt x="57" y="1118"/>
                  <a:pt x="44" y="1127"/>
                </a:cubicBezTo>
                <a:cubicBezTo>
                  <a:pt x="31" y="1137"/>
                  <a:pt x="26" y="1141"/>
                  <a:pt x="28" y="1150"/>
                </a:cubicBezTo>
                <a:cubicBezTo>
                  <a:pt x="30" y="1158"/>
                  <a:pt x="46" y="1156"/>
                  <a:pt x="70" y="1155"/>
                </a:cubicBezTo>
                <a:cubicBezTo>
                  <a:pt x="94" y="1154"/>
                  <a:pt x="91" y="1139"/>
                  <a:pt x="94" y="1132"/>
                </a:cubicBezTo>
                <a:cubicBezTo>
                  <a:pt x="97" y="1125"/>
                  <a:pt x="108" y="1107"/>
                  <a:pt x="108" y="1107"/>
                </a:cubicBezTo>
                <a:cubicBezTo>
                  <a:pt x="108" y="1107"/>
                  <a:pt x="111" y="1110"/>
                  <a:pt x="111" y="1118"/>
                </a:cubicBezTo>
                <a:cubicBezTo>
                  <a:pt x="111" y="1127"/>
                  <a:pt x="107" y="1141"/>
                  <a:pt x="107" y="1141"/>
                </a:cubicBezTo>
                <a:cubicBezTo>
                  <a:pt x="117" y="1141"/>
                  <a:pt x="117" y="1141"/>
                  <a:pt x="117" y="1141"/>
                </a:cubicBezTo>
                <a:cubicBezTo>
                  <a:pt x="117" y="1141"/>
                  <a:pt x="120" y="1140"/>
                  <a:pt x="119" y="1132"/>
                </a:cubicBezTo>
                <a:cubicBezTo>
                  <a:pt x="118" y="1124"/>
                  <a:pt x="123" y="1106"/>
                  <a:pt x="127" y="1091"/>
                </a:cubicBezTo>
                <a:cubicBezTo>
                  <a:pt x="132" y="1075"/>
                  <a:pt x="123" y="1057"/>
                  <a:pt x="117" y="1050"/>
                </a:cubicBezTo>
                <a:cubicBezTo>
                  <a:pt x="112" y="1044"/>
                  <a:pt x="114" y="1009"/>
                  <a:pt x="115" y="974"/>
                </a:cubicBezTo>
                <a:cubicBezTo>
                  <a:pt x="117" y="939"/>
                  <a:pt x="119" y="901"/>
                  <a:pt x="115" y="885"/>
                </a:cubicBezTo>
                <a:cubicBezTo>
                  <a:pt x="112" y="868"/>
                  <a:pt x="107" y="846"/>
                  <a:pt x="107" y="846"/>
                </a:cubicBezTo>
                <a:cubicBezTo>
                  <a:pt x="167" y="851"/>
                  <a:pt x="167" y="851"/>
                  <a:pt x="167" y="851"/>
                </a:cubicBezTo>
                <a:cubicBezTo>
                  <a:pt x="167" y="851"/>
                  <a:pt x="169" y="863"/>
                  <a:pt x="169" y="889"/>
                </a:cubicBezTo>
                <a:cubicBezTo>
                  <a:pt x="169" y="916"/>
                  <a:pt x="169" y="934"/>
                  <a:pt x="169" y="977"/>
                </a:cubicBezTo>
                <a:cubicBezTo>
                  <a:pt x="169" y="1019"/>
                  <a:pt x="165" y="1035"/>
                  <a:pt x="160" y="1051"/>
                </a:cubicBezTo>
                <a:cubicBezTo>
                  <a:pt x="156" y="1068"/>
                  <a:pt x="159" y="1080"/>
                  <a:pt x="154" y="1096"/>
                </a:cubicBezTo>
                <a:cubicBezTo>
                  <a:pt x="149" y="1113"/>
                  <a:pt x="140" y="1125"/>
                  <a:pt x="135" y="1134"/>
                </a:cubicBezTo>
                <a:cubicBezTo>
                  <a:pt x="129" y="1143"/>
                  <a:pt x="127" y="1158"/>
                  <a:pt x="148" y="1159"/>
                </a:cubicBezTo>
                <a:cubicBezTo>
                  <a:pt x="170" y="1160"/>
                  <a:pt x="196" y="1150"/>
                  <a:pt x="196" y="1140"/>
                </a:cubicBezTo>
                <a:cubicBezTo>
                  <a:pt x="196" y="1131"/>
                  <a:pt x="198" y="1119"/>
                  <a:pt x="205" y="1104"/>
                </a:cubicBezTo>
                <a:cubicBezTo>
                  <a:pt x="213" y="1088"/>
                  <a:pt x="206" y="1075"/>
                  <a:pt x="204" y="1069"/>
                </a:cubicBezTo>
                <a:cubicBezTo>
                  <a:pt x="201" y="1062"/>
                  <a:pt x="202" y="1055"/>
                  <a:pt x="202" y="1043"/>
                </a:cubicBezTo>
                <a:cubicBezTo>
                  <a:pt x="202" y="1031"/>
                  <a:pt x="213" y="991"/>
                  <a:pt x="225" y="947"/>
                </a:cubicBezTo>
                <a:cubicBezTo>
                  <a:pt x="237" y="903"/>
                  <a:pt x="234" y="852"/>
                  <a:pt x="234" y="852"/>
                </a:cubicBezTo>
                <a:cubicBezTo>
                  <a:pt x="243" y="852"/>
                  <a:pt x="243" y="852"/>
                  <a:pt x="243" y="852"/>
                </a:cubicBezTo>
                <a:cubicBezTo>
                  <a:pt x="243" y="852"/>
                  <a:pt x="244" y="787"/>
                  <a:pt x="251" y="721"/>
                </a:cubicBezTo>
                <a:cubicBezTo>
                  <a:pt x="258" y="654"/>
                  <a:pt x="248" y="585"/>
                  <a:pt x="248" y="566"/>
                </a:cubicBezTo>
                <a:cubicBezTo>
                  <a:pt x="248" y="547"/>
                  <a:pt x="255" y="539"/>
                  <a:pt x="265" y="535"/>
                </a:cubicBezTo>
                <a:cubicBezTo>
                  <a:pt x="276" y="530"/>
                  <a:pt x="277" y="528"/>
                  <a:pt x="272" y="510"/>
                </a:cubicBezTo>
                <a:cubicBezTo>
                  <a:pt x="266" y="492"/>
                  <a:pt x="258" y="449"/>
                  <a:pt x="258" y="449"/>
                </a:cubicBezTo>
                <a:cubicBezTo>
                  <a:pt x="258" y="449"/>
                  <a:pt x="257" y="443"/>
                  <a:pt x="251" y="424"/>
                </a:cubicBezTo>
                <a:cubicBezTo>
                  <a:pt x="244" y="406"/>
                  <a:pt x="244" y="388"/>
                  <a:pt x="244" y="388"/>
                </a:cubicBezTo>
                <a:cubicBezTo>
                  <a:pt x="244" y="388"/>
                  <a:pt x="256" y="378"/>
                  <a:pt x="257" y="366"/>
                </a:cubicBezTo>
                <a:close/>
                <a:moveTo>
                  <a:pt x="102" y="452"/>
                </a:moveTo>
                <a:cubicBezTo>
                  <a:pt x="110" y="434"/>
                  <a:pt x="110" y="434"/>
                  <a:pt x="110" y="434"/>
                </a:cubicBezTo>
                <a:cubicBezTo>
                  <a:pt x="114" y="452"/>
                  <a:pt x="114" y="452"/>
                  <a:pt x="114" y="452"/>
                </a:cubicBezTo>
                <a:lnTo>
                  <a:pt x="102" y="452"/>
                </a:lnTo>
                <a:close/>
                <a:moveTo>
                  <a:pt x="168" y="213"/>
                </a:moveTo>
                <a:cubicBezTo>
                  <a:pt x="158" y="230"/>
                  <a:pt x="141" y="260"/>
                  <a:pt x="135" y="285"/>
                </a:cubicBezTo>
                <a:cubicBezTo>
                  <a:pt x="128" y="309"/>
                  <a:pt x="117" y="344"/>
                  <a:pt x="117" y="344"/>
                </a:cubicBezTo>
                <a:cubicBezTo>
                  <a:pt x="117" y="344"/>
                  <a:pt x="116" y="338"/>
                  <a:pt x="115" y="329"/>
                </a:cubicBezTo>
                <a:cubicBezTo>
                  <a:pt x="114" y="320"/>
                  <a:pt x="114" y="277"/>
                  <a:pt x="114" y="257"/>
                </a:cubicBezTo>
                <a:cubicBezTo>
                  <a:pt x="114" y="237"/>
                  <a:pt x="115" y="220"/>
                  <a:pt x="112" y="219"/>
                </a:cubicBezTo>
                <a:cubicBezTo>
                  <a:pt x="108" y="217"/>
                  <a:pt x="102" y="205"/>
                  <a:pt x="102" y="205"/>
                </a:cubicBezTo>
                <a:cubicBezTo>
                  <a:pt x="124" y="175"/>
                  <a:pt x="124" y="175"/>
                  <a:pt x="124" y="175"/>
                </a:cubicBezTo>
                <a:cubicBezTo>
                  <a:pt x="117" y="218"/>
                  <a:pt x="129" y="210"/>
                  <a:pt x="134" y="223"/>
                </a:cubicBezTo>
                <a:cubicBezTo>
                  <a:pt x="138" y="236"/>
                  <a:pt x="133" y="269"/>
                  <a:pt x="136" y="253"/>
                </a:cubicBezTo>
                <a:cubicBezTo>
                  <a:pt x="138" y="238"/>
                  <a:pt x="146" y="237"/>
                  <a:pt x="152" y="222"/>
                </a:cubicBezTo>
                <a:cubicBezTo>
                  <a:pt x="159" y="207"/>
                  <a:pt x="139" y="196"/>
                  <a:pt x="139" y="196"/>
                </a:cubicBezTo>
                <a:cubicBezTo>
                  <a:pt x="139" y="196"/>
                  <a:pt x="150" y="192"/>
                  <a:pt x="159" y="184"/>
                </a:cubicBezTo>
                <a:cubicBezTo>
                  <a:pt x="169" y="175"/>
                  <a:pt x="182" y="164"/>
                  <a:pt x="182" y="164"/>
                </a:cubicBezTo>
                <a:cubicBezTo>
                  <a:pt x="189" y="176"/>
                  <a:pt x="189" y="176"/>
                  <a:pt x="189" y="176"/>
                </a:cubicBezTo>
                <a:cubicBezTo>
                  <a:pt x="189" y="176"/>
                  <a:pt x="178" y="196"/>
                  <a:pt x="168" y="213"/>
                </a:cubicBezTo>
                <a:close/>
              </a:path>
            </a:pathLst>
          </a:custGeom>
          <a:solidFill>
            <a:srgbClr val="005898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6000"/>
              </a:prst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 dirty="0">
              <a:ln>
                <a:noFill/>
              </a:ln>
              <a:solidFill>
                <a:srgbClr val="5C5C5C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9" name="Freeform 196"/>
          <p:cNvSpPr>
            <a:spLocks noEditPoints="1"/>
          </p:cNvSpPr>
          <p:nvPr/>
        </p:nvSpPr>
        <p:spPr bwMode="auto">
          <a:xfrm>
            <a:off x="7132399" y="2405063"/>
            <a:ext cx="931863" cy="2906712"/>
          </a:xfrm>
          <a:custGeom>
            <a:avLst/>
            <a:gdLst>
              <a:gd name="T0" fmla="*/ 379 w 386"/>
              <a:gd name="T1" fmla="*/ 464 h 1210"/>
              <a:gd name="T2" fmla="*/ 364 w 386"/>
              <a:gd name="T3" fmla="*/ 267 h 1210"/>
              <a:gd name="T4" fmla="*/ 269 w 386"/>
              <a:gd name="T5" fmla="*/ 191 h 1210"/>
              <a:gd name="T6" fmla="*/ 251 w 386"/>
              <a:gd name="T7" fmla="*/ 145 h 1210"/>
              <a:gd name="T8" fmla="*/ 266 w 386"/>
              <a:gd name="T9" fmla="*/ 116 h 1210"/>
              <a:gd name="T10" fmla="*/ 263 w 386"/>
              <a:gd name="T11" fmla="*/ 82 h 1210"/>
              <a:gd name="T12" fmla="*/ 205 w 386"/>
              <a:gd name="T13" fmla="*/ 0 h 1210"/>
              <a:gd name="T14" fmla="*/ 155 w 386"/>
              <a:gd name="T15" fmla="*/ 90 h 1210"/>
              <a:gd name="T16" fmla="*/ 174 w 386"/>
              <a:gd name="T17" fmla="*/ 126 h 1210"/>
              <a:gd name="T18" fmla="*/ 176 w 386"/>
              <a:gd name="T19" fmla="*/ 167 h 1210"/>
              <a:gd name="T20" fmla="*/ 177 w 386"/>
              <a:gd name="T21" fmla="*/ 167 h 1210"/>
              <a:gd name="T22" fmla="*/ 156 w 386"/>
              <a:gd name="T23" fmla="*/ 186 h 1210"/>
              <a:gd name="T24" fmla="*/ 99 w 386"/>
              <a:gd name="T25" fmla="*/ 207 h 1210"/>
              <a:gd name="T26" fmla="*/ 57 w 386"/>
              <a:gd name="T27" fmla="*/ 370 h 1210"/>
              <a:gd name="T28" fmla="*/ 38 w 386"/>
              <a:gd name="T29" fmla="*/ 604 h 1210"/>
              <a:gd name="T30" fmla="*/ 68 w 386"/>
              <a:gd name="T31" fmla="*/ 598 h 1210"/>
              <a:gd name="T32" fmla="*/ 68 w 386"/>
              <a:gd name="T33" fmla="*/ 607 h 1210"/>
              <a:gd name="T34" fmla="*/ 41 w 386"/>
              <a:gd name="T35" fmla="*/ 619 h 1210"/>
              <a:gd name="T36" fmla="*/ 47 w 386"/>
              <a:gd name="T37" fmla="*/ 662 h 1210"/>
              <a:gd name="T38" fmla="*/ 3 w 386"/>
              <a:gd name="T39" fmla="*/ 849 h 1210"/>
              <a:gd name="T40" fmla="*/ 99 w 386"/>
              <a:gd name="T41" fmla="*/ 898 h 1210"/>
              <a:gd name="T42" fmla="*/ 118 w 386"/>
              <a:gd name="T43" fmla="*/ 899 h 1210"/>
              <a:gd name="T44" fmla="*/ 127 w 386"/>
              <a:gd name="T45" fmla="*/ 1051 h 1210"/>
              <a:gd name="T46" fmla="*/ 118 w 386"/>
              <a:gd name="T47" fmla="*/ 1153 h 1210"/>
              <a:gd name="T48" fmla="*/ 181 w 386"/>
              <a:gd name="T49" fmla="*/ 1159 h 1210"/>
              <a:gd name="T50" fmla="*/ 194 w 386"/>
              <a:gd name="T51" fmla="*/ 1084 h 1210"/>
              <a:gd name="T52" fmla="*/ 192 w 386"/>
              <a:gd name="T53" fmla="*/ 968 h 1210"/>
              <a:gd name="T54" fmla="*/ 222 w 386"/>
              <a:gd name="T55" fmla="*/ 712 h 1210"/>
              <a:gd name="T56" fmla="*/ 252 w 386"/>
              <a:gd name="T57" fmla="*/ 767 h 1210"/>
              <a:gd name="T58" fmla="*/ 285 w 386"/>
              <a:gd name="T59" fmla="*/ 1024 h 1210"/>
              <a:gd name="T60" fmla="*/ 277 w 386"/>
              <a:gd name="T61" fmla="*/ 1067 h 1210"/>
              <a:gd name="T62" fmla="*/ 298 w 386"/>
              <a:gd name="T63" fmla="*/ 1146 h 1210"/>
              <a:gd name="T64" fmla="*/ 355 w 386"/>
              <a:gd name="T65" fmla="*/ 1205 h 1210"/>
              <a:gd name="T66" fmla="*/ 347 w 386"/>
              <a:gd name="T67" fmla="*/ 1105 h 1210"/>
              <a:gd name="T68" fmla="*/ 351 w 386"/>
              <a:gd name="T69" fmla="*/ 1046 h 1210"/>
              <a:gd name="T70" fmla="*/ 356 w 386"/>
              <a:gd name="T71" fmla="*/ 829 h 1210"/>
              <a:gd name="T72" fmla="*/ 354 w 386"/>
              <a:gd name="T73" fmla="*/ 603 h 1210"/>
              <a:gd name="T74" fmla="*/ 367 w 386"/>
              <a:gd name="T75" fmla="*/ 565 h 1210"/>
              <a:gd name="T76" fmla="*/ 109 w 386"/>
              <a:gd name="T77" fmla="*/ 669 h 1210"/>
              <a:gd name="T78" fmla="*/ 91 w 386"/>
              <a:gd name="T79" fmla="*/ 666 h 1210"/>
              <a:gd name="T80" fmla="*/ 90 w 386"/>
              <a:gd name="T81" fmla="*/ 617 h 1210"/>
              <a:gd name="T82" fmla="*/ 101 w 386"/>
              <a:gd name="T83" fmla="*/ 628 h 1210"/>
              <a:gd name="T84" fmla="*/ 108 w 386"/>
              <a:gd name="T85" fmla="*/ 649 h 1210"/>
              <a:gd name="T86" fmla="*/ 223 w 386"/>
              <a:gd name="T87" fmla="*/ 505 h 1210"/>
              <a:gd name="T88" fmla="*/ 221 w 386"/>
              <a:gd name="T89" fmla="*/ 232 h 1210"/>
              <a:gd name="T90" fmla="*/ 215 w 386"/>
              <a:gd name="T91" fmla="*/ 208 h 1210"/>
              <a:gd name="T92" fmla="*/ 205 w 386"/>
              <a:gd name="T93" fmla="*/ 231 h 1210"/>
              <a:gd name="T94" fmla="*/ 199 w 386"/>
              <a:gd name="T95" fmla="*/ 505 h 1210"/>
              <a:gd name="T96" fmla="*/ 190 w 386"/>
              <a:gd name="T97" fmla="*/ 325 h 1210"/>
              <a:gd name="T98" fmla="*/ 173 w 386"/>
              <a:gd name="T99" fmla="*/ 188 h 1210"/>
              <a:gd name="T100" fmla="*/ 182 w 386"/>
              <a:gd name="T101" fmla="*/ 176 h 1210"/>
              <a:gd name="T102" fmla="*/ 248 w 386"/>
              <a:gd name="T103" fmla="*/ 179 h 1210"/>
              <a:gd name="T104" fmla="*/ 259 w 386"/>
              <a:gd name="T105" fmla="*/ 196 h 1210"/>
              <a:gd name="T106" fmla="*/ 258 w 386"/>
              <a:gd name="T107" fmla="*/ 201 h 1210"/>
              <a:gd name="T108" fmla="*/ 260 w 386"/>
              <a:gd name="T109" fmla="*/ 256 h 1210"/>
              <a:gd name="T110" fmla="*/ 301 w 386"/>
              <a:gd name="T111" fmla="*/ 488 h 1210"/>
              <a:gd name="T112" fmla="*/ 360 w 386"/>
              <a:gd name="T113" fmla="*/ 585 h 1210"/>
              <a:gd name="T114" fmla="*/ 328 w 386"/>
              <a:gd name="T115" fmla="*/ 554 h 1210"/>
              <a:gd name="T116" fmla="*/ 360 w 386"/>
              <a:gd name="T117" fmla="*/ 585 h 1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86" h="1210">
                <a:moveTo>
                  <a:pt x="379" y="512"/>
                </a:moveTo>
                <a:cubicBezTo>
                  <a:pt x="385" y="497"/>
                  <a:pt x="386" y="471"/>
                  <a:pt x="379" y="464"/>
                </a:cubicBezTo>
                <a:cubicBezTo>
                  <a:pt x="372" y="456"/>
                  <a:pt x="383" y="413"/>
                  <a:pt x="376" y="380"/>
                </a:cubicBezTo>
                <a:cubicBezTo>
                  <a:pt x="370" y="347"/>
                  <a:pt x="365" y="295"/>
                  <a:pt x="364" y="267"/>
                </a:cubicBezTo>
                <a:cubicBezTo>
                  <a:pt x="364" y="239"/>
                  <a:pt x="362" y="219"/>
                  <a:pt x="326" y="210"/>
                </a:cubicBezTo>
                <a:cubicBezTo>
                  <a:pt x="302" y="204"/>
                  <a:pt x="282" y="197"/>
                  <a:pt x="269" y="191"/>
                </a:cubicBezTo>
                <a:cubicBezTo>
                  <a:pt x="269" y="191"/>
                  <a:pt x="255" y="179"/>
                  <a:pt x="252" y="168"/>
                </a:cubicBezTo>
                <a:cubicBezTo>
                  <a:pt x="251" y="159"/>
                  <a:pt x="251" y="150"/>
                  <a:pt x="251" y="145"/>
                </a:cubicBezTo>
                <a:cubicBezTo>
                  <a:pt x="253" y="136"/>
                  <a:pt x="253" y="129"/>
                  <a:pt x="253" y="124"/>
                </a:cubicBezTo>
                <a:cubicBezTo>
                  <a:pt x="253" y="118"/>
                  <a:pt x="264" y="126"/>
                  <a:pt x="266" y="116"/>
                </a:cubicBezTo>
                <a:cubicBezTo>
                  <a:pt x="269" y="107"/>
                  <a:pt x="271" y="85"/>
                  <a:pt x="269" y="84"/>
                </a:cubicBezTo>
                <a:cubicBezTo>
                  <a:pt x="267" y="82"/>
                  <a:pt x="265" y="82"/>
                  <a:pt x="263" y="82"/>
                </a:cubicBezTo>
                <a:cubicBezTo>
                  <a:pt x="263" y="79"/>
                  <a:pt x="265" y="59"/>
                  <a:pt x="263" y="38"/>
                </a:cubicBezTo>
                <a:cubicBezTo>
                  <a:pt x="262" y="18"/>
                  <a:pt x="242" y="2"/>
                  <a:pt x="205" y="0"/>
                </a:cubicBezTo>
                <a:cubicBezTo>
                  <a:pt x="184" y="0"/>
                  <a:pt x="160" y="16"/>
                  <a:pt x="157" y="38"/>
                </a:cubicBezTo>
                <a:cubicBezTo>
                  <a:pt x="154" y="60"/>
                  <a:pt x="155" y="90"/>
                  <a:pt x="155" y="90"/>
                </a:cubicBezTo>
                <a:cubicBezTo>
                  <a:pt x="155" y="90"/>
                  <a:pt x="148" y="105"/>
                  <a:pt x="154" y="117"/>
                </a:cubicBezTo>
                <a:cubicBezTo>
                  <a:pt x="160" y="129"/>
                  <a:pt x="174" y="126"/>
                  <a:pt x="174" y="126"/>
                </a:cubicBezTo>
                <a:cubicBezTo>
                  <a:pt x="174" y="126"/>
                  <a:pt x="177" y="145"/>
                  <a:pt x="177" y="155"/>
                </a:cubicBezTo>
                <a:cubicBezTo>
                  <a:pt x="177" y="160"/>
                  <a:pt x="177" y="164"/>
                  <a:pt x="176" y="167"/>
                </a:cubicBezTo>
                <a:cubicBezTo>
                  <a:pt x="176" y="167"/>
                  <a:pt x="176" y="167"/>
                  <a:pt x="176" y="167"/>
                </a:cubicBezTo>
                <a:cubicBezTo>
                  <a:pt x="176" y="167"/>
                  <a:pt x="177" y="167"/>
                  <a:pt x="177" y="167"/>
                </a:cubicBezTo>
                <a:cubicBezTo>
                  <a:pt x="176" y="167"/>
                  <a:pt x="176" y="167"/>
                  <a:pt x="176" y="167"/>
                </a:cubicBezTo>
                <a:cubicBezTo>
                  <a:pt x="176" y="167"/>
                  <a:pt x="164" y="182"/>
                  <a:pt x="156" y="186"/>
                </a:cubicBezTo>
                <a:cubicBezTo>
                  <a:pt x="143" y="192"/>
                  <a:pt x="123" y="200"/>
                  <a:pt x="107" y="205"/>
                </a:cubicBezTo>
                <a:cubicBezTo>
                  <a:pt x="104" y="206"/>
                  <a:pt x="102" y="206"/>
                  <a:pt x="99" y="207"/>
                </a:cubicBezTo>
                <a:cubicBezTo>
                  <a:pt x="80" y="213"/>
                  <a:pt x="65" y="218"/>
                  <a:pt x="65" y="244"/>
                </a:cubicBezTo>
                <a:cubicBezTo>
                  <a:pt x="64" y="274"/>
                  <a:pt x="61" y="331"/>
                  <a:pt x="57" y="370"/>
                </a:cubicBezTo>
                <a:cubicBezTo>
                  <a:pt x="53" y="408"/>
                  <a:pt x="41" y="490"/>
                  <a:pt x="41" y="516"/>
                </a:cubicBezTo>
                <a:cubicBezTo>
                  <a:pt x="40" y="542"/>
                  <a:pt x="37" y="598"/>
                  <a:pt x="38" y="604"/>
                </a:cubicBezTo>
                <a:cubicBezTo>
                  <a:pt x="38" y="609"/>
                  <a:pt x="42" y="609"/>
                  <a:pt x="42" y="615"/>
                </a:cubicBezTo>
                <a:cubicBezTo>
                  <a:pt x="43" y="612"/>
                  <a:pt x="48" y="598"/>
                  <a:pt x="68" y="598"/>
                </a:cubicBezTo>
                <a:cubicBezTo>
                  <a:pt x="90" y="598"/>
                  <a:pt x="90" y="614"/>
                  <a:pt x="90" y="614"/>
                </a:cubicBezTo>
                <a:cubicBezTo>
                  <a:pt x="83" y="607"/>
                  <a:pt x="83" y="607"/>
                  <a:pt x="68" y="607"/>
                </a:cubicBezTo>
                <a:cubicBezTo>
                  <a:pt x="54" y="606"/>
                  <a:pt x="43" y="614"/>
                  <a:pt x="42" y="615"/>
                </a:cubicBezTo>
                <a:cubicBezTo>
                  <a:pt x="42" y="616"/>
                  <a:pt x="42" y="618"/>
                  <a:pt x="41" y="619"/>
                </a:cubicBezTo>
                <a:cubicBezTo>
                  <a:pt x="39" y="630"/>
                  <a:pt x="39" y="639"/>
                  <a:pt x="45" y="646"/>
                </a:cubicBezTo>
                <a:cubicBezTo>
                  <a:pt x="50" y="653"/>
                  <a:pt x="47" y="662"/>
                  <a:pt x="47" y="662"/>
                </a:cubicBezTo>
                <a:cubicBezTo>
                  <a:pt x="0" y="660"/>
                  <a:pt x="0" y="660"/>
                  <a:pt x="0" y="660"/>
                </a:cubicBezTo>
                <a:cubicBezTo>
                  <a:pt x="3" y="849"/>
                  <a:pt x="3" y="849"/>
                  <a:pt x="3" y="849"/>
                </a:cubicBezTo>
                <a:cubicBezTo>
                  <a:pt x="78" y="907"/>
                  <a:pt x="78" y="907"/>
                  <a:pt x="78" y="907"/>
                </a:cubicBezTo>
                <a:cubicBezTo>
                  <a:pt x="78" y="907"/>
                  <a:pt x="89" y="899"/>
                  <a:pt x="99" y="898"/>
                </a:cubicBezTo>
                <a:cubicBezTo>
                  <a:pt x="100" y="898"/>
                  <a:pt x="101" y="898"/>
                  <a:pt x="101" y="898"/>
                </a:cubicBezTo>
                <a:cubicBezTo>
                  <a:pt x="112" y="898"/>
                  <a:pt x="118" y="899"/>
                  <a:pt x="118" y="899"/>
                </a:cubicBezTo>
                <a:cubicBezTo>
                  <a:pt x="118" y="899"/>
                  <a:pt x="115" y="955"/>
                  <a:pt x="115" y="977"/>
                </a:cubicBezTo>
                <a:cubicBezTo>
                  <a:pt x="115" y="1000"/>
                  <a:pt x="117" y="1035"/>
                  <a:pt x="127" y="1051"/>
                </a:cubicBezTo>
                <a:cubicBezTo>
                  <a:pt x="136" y="1067"/>
                  <a:pt x="138" y="1073"/>
                  <a:pt x="138" y="1087"/>
                </a:cubicBezTo>
                <a:cubicBezTo>
                  <a:pt x="138" y="1101"/>
                  <a:pt x="117" y="1140"/>
                  <a:pt x="118" y="1153"/>
                </a:cubicBezTo>
                <a:cubicBezTo>
                  <a:pt x="118" y="1166"/>
                  <a:pt x="121" y="1186"/>
                  <a:pt x="143" y="1186"/>
                </a:cubicBezTo>
                <a:cubicBezTo>
                  <a:pt x="165" y="1185"/>
                  <a:pt x="181" y="1176"/>
                  <a:pt x="181" y="1159"/>
                </a:cubicBezTo>
                <a:cubicBezTo>
                  <a:pt x="181" y="1141"/>
                  <a:pt x="178" y="1130"/>
                  <a:pt x="185" y="1124"/>
                </a:cubicBezTo>
                <a:cubicBezTo>
                  <a:pt x="193" y="1117"/>
                  <a:pt x="181" y="1101"/>
                  <a:pt x="194" y="1084"/>
                </a:cubicBezTo>
                <a:cubicBezTo>
                  <a:pt x="206" y="1067"/>
                  <a:pt x="193" y="1066"/>
                  <a:pt x="196" y="1050"/>
                </a:cubicBezTo>
                <a:cubicBezTo>
                  <a:pt x="199" y="1034"/>
                  <a:pt x="193" y="987"/>
                  <a:pt x="192" y="968"/>
                </a:cubicBezTo>
                <a:cubicBezTo>
                  <a:pt x="191" y="949"/>
                  <a:pt x="194" y="926"/>
                  <a:pt x="204" y="846"/>
                </a:cubicBezTo>
                <a:cubicBezTo>
                  <a:pt x="213" y="765"/>
                  <a:pt x="219" y="729"/>
                  <a:pt x="222" y="712"/>
                </a:cubicBezTo>
                <a:cubicBezTo>
                  <a:pt x="225" y="694"/>
                  <a:pt x="229" y="672"/>
                  <a:pt x="229" y="672"/>
                </a:cubicBezTo>
                <a:cubicBezTo>
                  <a:pt x="229" y="672"/>
                  <a:pt x="242" y="748"/>
                  <a:pt x="252" y="767"/>
                </a:cubicBezTo>
                <a:cubicBezTo>
                  <a:pt x="262" y="785"/>
                  <a:pt x="274" y="879"/>
                  <a:pt x="277" y="907"/>
                </a:cubicBezTo>
                <a:cubicBezTo>
                  <a:pt x="280" y="934"/>
                  <a:pt x="278" y="1015"/>
                  <a:pt x="285" y="1024"/>
                </a:cubicBezTo>
                <a:cubicBezTo>
                  <a:pt x="291" y="1032"/>
                  <a:pt x="294" y="1044"/>
                  <a:pt x="294" y="1044"/>
                </a:cubicBezTo>
                <a:cubicBezTo>
                  <a:pt x="294" y="1044"/>
                  <a:pt x="277" y="1054"/>
                  <a:pt x="277" y="1067"/>
                </a:cubicBezTo>
                <a:cubicBezTo>
                  <a:pt x="277" y="1081"/>
                  <a:pt x="290" y="1092"/>
                  <a:pt x="289" y="1110"/>
                </a:cubicBezTo>
                <a:cubicBezTo>
                  <a:pt x="289" y="1128"/>
                  <a:pt x="291" y="1143"/>
                  <a:pt x="298" y="1146"/>
                </a:cubicBezTo>
                <a:cubicBezTo>
                  <a:pt x="305" y="1150"/>
                  <a:pt x="304" y="1180"/>
                  <a:pt x="313" y="1191"/>
                </a:cubicBezTo>
                <a:cubicBezTo>
                  <a:pt x="322" y="1201"/>
                  <a:pt x="337" y="1210"/>
                  <a:pt x="355" y="1205"/>
                </a:cubicBezTo>
                <a:cubicBezTo>
                  <a:pt x="373" y="1199"/>
                  <a:pt x="373" y="1175"/>
                  <a:pt x="364" y="1152"/>
                </a:cubicBezTo>
                <a:cubicBezTo>
                  <a:pt x="355" y="1129"/>
                  <a:pt x="344" y="1114"/>
                  <a:pt x="347" y="1105"/>
                </a:cubicBezTo>
                <a:cubicBezTo>
                  <a:pt x="351" y="1096"/>
                  <a:pt x="354" y="1082"/>
                  <a:pt x="345" y="1073"/>
                </a:cubicBezTo>
                <a:cubicBezTo>
                  <a:pt x="336" y="1064"/>
                  <a:pt x="345" y="1054"/>
                  <a:pt x="351" y="1046"/>
                </a:cubicBezTo>
                <a:cubicBezTo>
                  <a:pt x="357" y="1038"/>
                  <a:pt x="356" y="1002"/>
                  <a:pt x="356" y="982"/>
                </a:cubicBezTo>
                <a:cubicBezTo>
                  <a:pt x="357" y="962"/>
                  <a:pt x="354" y="864"/>
                  <a:pt x="356" y="829"/>
                </a:cubicBezTo>
                <a:cubicBezTo>
                  <a:pt x="357" y="793"/>
                  <a:pt x="360" y="685"/>
                  <a:pt x="355" y="655"/>
                </a:cubicBezTo>
                <a:cubicBezTo>
                  <a:pt x="350" y="625"/>
                  <a:pt x="354" y="603"/>
                  <a:pt x="354" y="603"/>
                </a:cubicBezTo>
                <a:cubicBezTo>
                  <a:pt x="354" y="603"/>
                  <a:pt x="366" y="609"/>
                  <a:pt x="366" y="597"/>
                </a:cubicBezTo>
                <a:cubicBezTo>
                  <a:pt x="366" y="586"/>
                  <a:pt x="362" y="584"/>
                  <a:pt x="367" y="565"/>
                </a:cubicBezTo>
                <a:cubicBezTo>
                  <a:pt x="372" y="545"/>
                  <a:pt x="373" y="527"/>
                  <a:pt x="379" y="512"/>
                </a:cubicBezTo>
                <a:close/>
                <a:moveTo>
                  <a:pt x="109" y="669"/>
                </a:moveTo>
                <a:cubicBezTo>
                  <a:pt x="99" y="668"/>
                  <a:pt x="99" y="668"/>
                  <a:pt x="99" y="668"/>
                </a:cubicBezTo>
                <a:cubicBezTo>
                  <a:pt x="91" y="666"/>
                  <a:pt x="91" y="666"/>
                  <a:pt x="91" y="666"/>
                </a:cubicBezTo>
                <a:cubicBezTo>
                  <a:pt x="91" y="666"/>
                  <a:pt x="93" y="653"/>
                  <a:pt x="90" y="644"/>
                </a:cubicBezTo>
                <a:cubicBezTo>
                  <a:pt x="87" y="635"/>
                  <a:pt x="88" y="627"/>
                  <a:pt x="90" y="617"/>
                </a:cubicBezTo>
                <a:cubicBezTo>
                  <a:pt x="90" y="617"/>
                  <a:pt x="93" y="627"/>
                  <a:pt x="99" y="628"/>
                </a:cubicBezTo>
                <a:cubicBezTo>
                  <a:pt x="100" y="628"/>
                  <a:pt x="100" y="628"/>
                  <a:pt x="101" y="628"/>
                </a:cubicBezTo>
                <a:cubicBezTo>
                  <a:pt x="108" y="628"/>
                  <a:pt x="111" y="629"/>
                  <a:pt x="111" y="629"/>
                </a:cubicBezTo>
                <a:cubicBezTo>
                  <a:pt x="111" y="629"/>
                  <a:pt x="108" y="640"/>
                  <a:pt x="108" y="649"/>
                </a:cubicBezTo>
                <a:cubicBezTo>
                  <a:pt x="108" y="659"/>
                  <a:pt x="109" y="669"/>
                  <a:pt x="109" y="669"/>
                </a:cubicBezTo>
                <a:close/>
                <a:moveTo>
                  <a:pt x="223" y="505"/>
                </a:moveTo>
                <a:cubicBezTo>
                  <a:pt x="225" y="464"/>
                  <a:pt x="224" y="347"/>
                  <a:pt x="223" y="322"/>
                </a:cubicBezTo>
                <a:cubicBezTo>
                  <a:pt x="223" y="296"/>
                  <a:pt x="218" y="239"/>
                  <a:pt x="221" y="232"/>
                </a:cubicBezTo>
                <a:cubicBezTo>
                  <a:pt x="224" y="224"/>
                  <a:pt x="232" y="218"/>
                  <a:pt x="241" y="223"/>
                </a:cubicBezTo>
                <a:cubicBezTo>
                  <a:pt x="241" y="223"/>
                  <a:pt x="231" y="208"/>
                  <a:pt x="215" y="208"/>
                </a:cubicBezTo>
                <a:cubicBezTo>
                  <a:pt x="199" y="208"/>
                  <a:pt x="188" y="223"/>
                  <a:pt x="188" y="223"/>
                </a:cubicBezTo>
                <a:cubicBezTo>
                  <a:pt x="188" y="223"/>
                  <a:pt x="206" y="219"/>
                  <a:pt x="205" y="231"/>
                </a:cubicBezTo>
                <a:cubicBezTo>
                  <a:pt x="205" y="243"/>
                  <a:pt x="199" y="305"/>
                  <a:pt x="199" y="346"/>
                </a:cubicBezTo>
                <a:cubicBezTo>
                  <a:pt x="199" y="383"/>
                  <a:pt x="196" y="472"/>
                  <a:pt x="199" y="505"/>
                </a:cubicBezTo>
                <a:cubicBezTo>
                  <a:pt x="187" y="504"/>
                  <a:pt x="183" y="503"/>
                  <a:pt x="183" y="503"/>
                </a:cubicBezTo>
                <a:cubicBezTo>
                  <a:pt x="183" y="503"/>
                  <a:pt x="194" y="386"/>
                  <a:pt x="190" y="325"/>
                </a:cubicBezTo>
                <a:cubicBezTo>
                  <a:pt x="186" y="279"/>
                  <a:pt x="178" y="220"/>
                  <a:pt x="173" y="188"/>
                </a:cubicBezTo>
                <a:cubicBezTo>
                  <a:pt x="173" y="188"/>
                  <a:pt x="173" y="188"/>
                  <a:pt x="173" y="188"/>
                </a:cubicBezTo>
                <a:cubicBezTo>
                  <a:pt x="173" y="188"/>
                  <a:pt x="178" y="170"/>
                  <a:pt x="182" y="176"/>
                </a:cubicBezTo>
                <a:cubicBezTo>
                  <a:pt x="182" y="176"/>
                  <a:pt x="182" y="176"/>
                  <a:pt x="182" y="176"/>
                </a:cubicBezTo>
                <a:cubicBezTo>
                  <a:pt x="190" y="189"/>
                  <a:pt x="203" y="204"/>
                  <a:pt x="212" y="204"/>
                </a:cubicBezTo>
                <a:cubicBezTo>
                  <a:pt x="222" y="204"/>
                  <a:pt x="238" y="193"/>
                  <a:pt x="248" y="179"/>
                </a:cubicBezTo>
                <a:cubicBezTo>
                  <a:pt x="248" y="179"/>
                  <a:pt x="248" y="179"/>
                  <a:pt x="248" y="179"/>
                </a:cubicBezTo>
                <a:cubicBezTo>
                  <a:pt x="248" y="179"/>
                  <a:pt x="258" y="182"/>
                  <a:pt x="259" y="196"/>
                </a:cubicBezTo>
                <a:cubicBezTo>
                  <a:pt x="259" y="197"/>
                  <a:pt x="258" y="199"/>
                  <a:pt x="258" y="201"/>
                </a:cubicBezTo>
                <a:cubicBezTo>
                  <a:pt x="258" y="201"/>
                  <a:pt x="258" y="201"/>
                  <a:pt x="258" y="201"/>
                </a:cubicBezTo>
                <a:cubicBezTo>
                  <a:pt x="258" y="201"/>
                  <a:pt x="258" y="201"/>
                  <a:pt x="258" y="201"/>
                </a:cubicBezTo>
                <a:cubicBezTo>
                  <a:pt x="258" y="213"/>
                  <a:pt x="258" y="230"/>
                  <a:pt x="260" y="256"/>
                </a:cubicBezTo>
                <a:cubicBezTo>
                  <a:pt x="263" y="335"/>
                  <a:pt x="277" y="429"/>
                  <a:pt x="284" y="450"/>
                </a:cubicBezTo>
                <a:cubicBezTo>
                  <a:pt x="292" y="472"/>
                  <a:pt x="301" y="488"/>
                  <a:pt x="301" y="488"/>
                </a:cubicBezTo>
                <a:cubicBezTo>
                  <a:pt x="301" y="488"/>
                  <a:pt x="251" y="504"/>
                  <a:pt x="223" y="505"/>
                </a:cubicBezTo>
                <a:close/>
                <a:moveTo>
                  <a:pt x="360" y="585"/>
                </a:moveTo>
                <a:cubicBezTo>
                  <a:pt x="358" y="573"/>
                  <a:pt x="361" y="568"/>
                  <a:pt x="352" y="561"/>
                </a:cubicBezTo>
                <a:cubicBezTo>
                  <a:pt x="343" y="554"/>
                  <a:pt x="328" y="554"/>
                  <a:pt x="328" y="554"/>
                </a:cubicBezTo>
                <a:cubicBezTo>
                  <a:pt x="328" y="554"/>
                  <a:pt x="350" y="545"/>
                  <a:pt x="360" y="557"/>
                </a:cubicBezTo>
                <a:cubicBezTo>
                  <a:pt x="369" y="570"/>
                  <a:pt x="360" y="585"/>
                  <a:pt x="360" y="585"/>
                </a:cubicBezTo>
                <a:close/>
              </a:path>
            </a:pathLst>
          </a:custGeom>
          <a:solidFill>
            <a:srgbClr val="F8D35E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6000"/>
              </a:prst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 dirty="0">
              <a:ln>
                <a:noFill/>
              </a:ln>
              <a:solidFill>
                <a:srgbClr val="5C5C5C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0" name="Freeform 200"/>
          <p:cNvSpPr>
            <a:spLocks noEditPoints="1"/>
          </p:cNvSpPr>
          <p:nvPr/>
        </p:nvSpPr>
        <p:spPr bwMode="auto">
          <a:xfrm>
            <a:off x="9826387" y="2192338"/>
            <a:ext cx="889000" cy="2811462"/>
          </a:xfrm>
          <a:custGeom>
            <a:avLst/>
            <a:gdLst>
              <a:gd name="T0" fmla="*/ 412 w 463"/>
              <a:gd name="T1" fmla="*/ 379 h 1470"/>
              <a:gd name="T2" fmla="*/ 323 w 463"/>
              <a:gd name="T3" fmla="*/ 262 h 1470"/>
              <a:gd name="T4" fmla="*/ 285 w 463"/>
              <a:gd name="T5" fmla="*/ 285 h 1470"/>
              <a:gd name="T6" fmla="*/ 267 w 463"/>
              <a:gd name="T7" fmla="*/ 261 h 1470"/>
              <a:gd name="T8" fmla="*/ 184 w 463"/>
              <a:gd name="T9" fmla="*/ 204 h 1470"/>
              <a:gd name="T10" fmla="*/ 217 w 463"/>
              <a:gd name="T11" fmla="*/ 229 h 1470"/>
              <a:gd name="T12" fmla="*/ 275 w 463"/>
              <a:gd name="T13" fmla="*/ 231 h 1470"/>
              <a:gd name="T14" fmla="*/ 275 w 463"/>
              <a:gd name="T15" fmla="*/ 231 h 1470"/>
              <a:gd name="T16" fmla="*/ 280 w 463"/>
              <a:gd name="T17" fmla="*/ 213 h 1470"/>
              <a:gd name="T18" fmla="*/ 313 w 463"/>
              <a:gd name="T19" fmla="*/ 121 h 1470"/>
              <a:gd name="T20" fmla="*/ 312 w 463"/>
              <a:gd name="T21" fmla="*/ 65 h 1470"/>
              <a:gd name="T22" fmla="*/ 194 w 463"/>
              <a:gd name="T23" fmla="*/ 42 h 1470"/>
              <a:gd name="T24" fmla="*/ 186 w 463"/>
              <a:gd name="T25" fmla="*/ 51 h 1470"/>
              <a:gd name="T26" fmla="*/ 175 w 463"/>
              <a:gd name="T27" fmla="*/ 119 h 1470"/>
              <a:gd name="T28" fmla="*/ 178 w 463"/>
              <a:gd name="T29" fmla="*/ 165 h 1470"/>
              <a:gd name="T30" fmla="*/ 181 w 463"/>
              <a:gd name="T31" fmla="*/ 201 h 1470"/>
              <a:gd name="T32" fmla="*/ 175 w 463"/>
              <a:gd name="T33" fmla="*/ 217 h 1470"/>
              <a:gd name="T34" fmla="*/ 79 w 463"/>
              <a:gd name="T35" fmla="*/ 333 h 1470"/>
              <a:gd name="T36" fmla="*/ 104 w 463"/>
              <a:gd name="T37" fmla="*/ 477 h 1470"/>
              <a:gd name="T38" fmla="*/ 99 w 463"/>
              <a:gd name="T39" fmla="*/ 610 h 1470"/>
              <a:gd name="T40" fmla="*/ 85 w 463"/>
              <a:gd name="T41" fmla="*/ 763 h 1470"/>
              <a:gd name="T42" fmla="*/ 69 w 463"/>
              <a:gd name="T43" fmla="*/ 975 h 1470"/>
              <a:gd name="T44" fmla="*/ 8 w 463"/>
              <a:gd name="T45" fmla="*/ 1383 h 1470"/>
              <a:gd name="T46" fmla="*/ 11 w 463"/>
              <a:gd name="T47" fmla="*/ 1423 h 1470"/>
              <a:gd name="T48" fmla="*/ 108 w 463"/>
              <a:gd name="T49" fmla="*/ 1468 h 1470"/>
              <a:gd name="T50" fmla="*/ 96 w 463"/>
              <a:gd name="T51" fmla="*/ 1398 h 1470"/>
              <a:gd name="T52" fmla="*/ 153 w 463"/>
              <a:gd name="T53" fmla="*/ 1231 h 1470"/>
              <a:gd name="T54" fmla="*/ 220 w 463"/>
              <a:gd name="T55" fmla="*/ 1100 h 1470"/>
              <a:gd name="T56" fmla="*/ 215 w 463"/>
              <a:gd name="T57" fmla="*/ 1363 h 1470"/>
              <a:gd name="T58" fmla="*/ 242 w 463"/>
              <a:gd name="T59" fmla="*/ 1391 h 1470"/>
              <a:gd name="T60" fmla="*/ 297 w 463"/>
              <a:gd name="T61" fmla="*/ 1388 h 1470"/>
              <a:gd name="T62" fmla="*/ 429 w 463"/>
              <a:gd name="T63" fmla="*/ 1397 h 1470"/>
              <a:gd name="T64" fmla="*/ 342 w 463"/>
              <a:gd name="T65" fmla="*/ 1344 h 1470"/>
              <a:gd name="T66" fmla="*/ 316 w 463"/>
              <a:gd name="T67" fmla="*/ 1300 h 1470"/>
              <a:gd name="T68" fmla="*/ 337 w 463"/>
              <a:gd name="T69" fmla="*/ 1080 h 1470"/>
              <a:gd name="T70" fmla="*/ 376 w 463"/>
              <a:gd name="T71" fmla="*/ 792 h 1470"/>
              <a:gd name="T72" fmla="*/ 388 w 463"/>
              <a:gd name="T73" fmla="*/ 747 h 1470"/>
              <a:gd name="T74" fmla="*/ 359 w 463"/>
              <a:gd name="T75" fmla="*/ 534 h 1470"/>
              <a:gd name="T76" fmla="*/ 385 w 463"/>
              <a:gd name="T77" fmla="*/ 500 h 1470"/>
              <a:gd name="T78" fmla="*/ 454 w 463"/>
              <a:gd name="T79" fmla="*/ 422 h 1470"/>
              <a:gd name="T80" fmla="*/ 330 w 463"/>
              <a:gd name="T81" fmla="*/ 437 h 1470"/>
              <a:gd name="T82" fmla="*/ 327 w 463"/>
              <a:gd name="T83" fmla="*/ 411 h 1470"/>
              <a:gd name="T84" fmla="*/ 311 w 463"/>
              <a:gd name="T85" fmla="*/ 458 h 1470"/>
              <a:gd name="T86" fmla="*/ 353 w 463"/>
              <a:gd name="T87" fmla="*/ 483 h 1470"/>
              <a:gd name="T88" fmla="*/ 350 w 463"/>
              <a:gd name="T89" fmla="*/ 540 h 14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63" h="1470">
                <a:moveTo>
                  <a:pt x="454" y="422"/>
                </a:moveTo>
                <a:cubicBezTo>
                  <a:pt x="448" y="394"/>
                  <a:pt x="430" y="395"/>
                  <a:pt x="412" y="379"/>
                </a:cubicBezTo>
                <a:cubicBezTo>
                  <a:pt x="395" y="363"/>
                  <a:pt x="381" y="350"/>
                  <a:pt x="379" y="321"/>
                </a:cubicBezTo>
                <a:cubicBezTo>
                  <a:pt x="376" y="291"/>
                  <a:pt x="344" y="267"/>
                  <a:pt x="323" y="262"/>
                </a:cubicBezTo>
                <a:cubicBezTo>
                  <a:pt x="304" y="258"/>
                  <a:pt x="286" y="248"/>
                  <a:pt x="281" y="246"/>
                </a:cubicBezTo>
                <a:cubicBezTo>
                  <a:pt x="280" y="254"/>
                  <a:pt x="283" y="272"/>
                  <a:pt x="285" y="285"/>
                </a:cubicBezTo>
                <a:cubicBezTo>
                  <a:pt x="284" y="286"/>
                  <a:pt x="282" y="284"/>
                  <a:pt x="281" y="281"/>
                </a:cubicBezTo>
                <a:cubicBezTo>
                  <a:pt x="274" y="266"/>
                  <a:pt x="272" y="258"/>
                  <a:pt x="267" y="261"/>
                </a:cubicBezTo>
                <a:cubicBezTo>
                  <a:pt x="263" y="263"/>
                  <a:pt x="260" y="273"/>
                  <a:pt x="257" y="282"/>
                </a:cubicBezTo>
                <a:cubicBezTo>
                  <a:pt x="241" y="262"/>
                  <a:pt x="203" y="221"/>
                  <a:pt x="184" y="204"/>
                </a:cubicBezTo>
                <a:cubicBezTo>
                  <a:pt x="185" y="202"/>
                  <a:pt x="187" y="200"/>
                  <a:pt x="189" y="199"/>
                </a:cubicBezTo>
                <a:cubicBezTo>
                  <a:pt x="194" y="208"/>
                  <a:pt x="205" y="223"/>
                  <a:pt x="217" y="229"/>
                </a:cubicBezTo>
                <a:cubicBezTo>
                  <a:pt x="232" y="237"/>
                  <a:pt x="266" y="257"/>
                  <a:pt x="266" y="257"/>
                </a:cubicBezTo>
                <a:cubicBezTo>
                  <a:pt x="266" y="257"/>
                  <a:pt x="273" y="241"/>
                  <a:pt x="275" y="231"/>
                </a:cubicBezTo>
                <a:cubicBezTo>
                  <a:pt x="275" y="230"/>
                  <a:pt x="275" y="230"/>
                  <a:pt x="275" y="230"/>
                </a:cubicBezTo>
                <a:cubicBezTo>
                  <a:pt x="275" y="231"/>
                  <a:pt x="275" y="231"/>
                  <a:pt x="275" y="231"/>
                </a:cubicBezTo>
                <a:cubicBezTo>
                  <a:pt x="275" y="230"/>
                  <a:pt x="275" y="228"/>
                  <a:pt x="275" y="227"/>
                </a:cubicBezTo>
                <a:cubicBezTo>
                  <a:pt x="275" y="220"/>
                  <a:pt x="273" y="215"/>
                  <a:pt x="280" y="213"/>
                </a:cubicBezTo>
                <a:cubicBezTo>
                  <a:pt x="288" y="211"/>
                  <a:pt x="299" y="185"/>
                  <a:pt x="302" y="169"/>
                </a:cubicBezTo>
                <a:cubicBezTo>
                  <a:pt x="306" y="153"/>
                  <a:pt x="306" y="139"/>
                  <a:pt x="313" y="121"/>
                </a:cubicBezTo>
                <a:cubicBezTo>
                  <a:pt x="321" y="104"/>
                  <a:pt x="320" y="87"/>
                  <a:pt x="312" y="65"/>
                </a:cubicBezTo>
                <a:cubicBezTo>
                  <a:pt x="312" y="65"/>
                  <a:pt x="312" y="65"/>
                  <a:pt x="312" y="65"/>
                </a:cubicBezTo>
                <a:cubicBezTo>
                  <a:pt x="300" y="14"/>
                  <a:pt x="277" y="28"/>
                  <a:pt x="277" y="28"/>
                </a:cubicBezTo>
                <a:cubicBezTo>
                  <a:pt x="246" y="0"/>
                  <a:pt x="210" y="26"/>
                  <a:pt x="194" y="42"/>
                </a:cubicBezTo>
                <a:cubicBezTo>
                  <a:pt x="194" y="42"/>
                  <a:pt x="194" y="42"/>
                  <a:pt x="193" y="42"/>
                </a:cubicBezTo>
                <a:cubicBezTo>
                  <a:pt x="190" y="44"/>
                  <a:pt x="188" y="47"/>
                  <a:pt x="186" y="51"/>
                </a:cubicBezTo>
                <a:cubicBezTo>
                  <a:pt x="186" y="51"/>
                  <a:pt x="186" y="51"/>
                  <a:pt x="186" y="51"/>
                </a:cubicBezTo>
                <a:cubicBezTo>
                  <a:pt x="171" y="73"/>
                  <a:pt x="175" y="119"/>
                  <a:pt x="175" y="119"/>
                </a:cubicBezTo>
                <a:cubicBezTo>
                  <a:pt x="175" y="119"/>
                  <a:pt x="173" y="120"/>
                  <a:pt x="171" y="131"/>
                </a:cubicBezTo>
                <a:cubicBezTo>
                  <a:pt x="170" y="142"/>
                  <a:pt x="175" y="159"/>
                  <a:pt x="178" y="165"/>
                </a:cubicBezTo>
                <a:cubicBezTo>
                  <a:pt x="180" y="171"/>
                  <a:pt x="185" y="172"/>
                  <a:pt x="186" y="177"/>
                </a:cubicBezTo>
                <a:cubicBezTo>
                  <a:pt x="186" y="177"/>
                  <a:pt x="184" y="189"/>
                  <a:pt x="181" y="201"/>
                </a:cubicBezTo>
                <a:cubicBezTo>
                  <a:pt x="181" y="201"/>
                  <a:pt x="181" y="201"/>
                  <a:pt x="180" y="201"/>
                </a:cubicBezTo>
                <a:cubicBezTo>
                  <a:pt x="179" y="203"/>
                  <a:pt x="181" y="206"/>
                  <a:pt x="175" y="217"/>
                </a:cubicBezTo>
                <a:cubicBezTo>
                  <a:pt x="166" y="231"/>
                  <a:pt x="153" y="236"/>
                  <a:pt x="121" y="253"/>
                </a:cubicBezTo>
                <a:cubicBezTo>
                  <a:pt x="90" y="269"/>
                  <a:pt x="82" y="302"/>
                  <a:pt x="79" y="333"/>
                </a:cubicBezTo>
                <a:cubicBezTo>
                  <a:pt x="76" y="365"/>
                  <a:pt x="71" y="389"/>
                  <a:pt x="76" y="396"/>
                </a:cubicBezTo>
                <a:cubicBezTo>
                  <a:pt x="81" y="403"/>
                  <a:pt x="93" y="443"/>
                  <a:pt x="104" y="477"/>
                </a:cubicBezTo>
                <a:cubicBezTo>
                  <a:pt x="116" y="510"/>
                  <a:pt x="111" y="549"/>
                  <a:pt x="109" y="564"/>
                </a:cubicBezTo>
                <a:cubicBezTo>
                  <a:pt x="107" y="578"/>
                  <a:pt x="98" y="591"/>
                  <a:pt x="99" y="610"/>
                </a:cubicBezTo>
                <a:cubicBezTo>
                  <a:pt x="100" y="629"/>
                  <a:pt x="98" y="648"/>
                  <a:pt x="95" y="677"/>
                </a:cubicBezTo>
                <a:cubicBezTo>
                  <a:pt x="93" y="705"/>
                  <a:pt x="76" y="759"/>
                  <a:pt x="85" y="763"/>
                </a:cubicBezTo>
                <a:cubicBezTo>
                  <a:pt x="93" y="768"/>
                  <a:pt x="96" y="767"/>
                  <a:pt x="96" y="780"/>
                </a:cubicBezTo>
                <a:cubicBezTo>
                  <a:pt x="96" y="793"/>
                  <a:pt x="90" y="876"/>
                  <a:pt x="69" y="975"/>
                </a:cubicBezTo>
                <a:cubicBezTo>
                  <a:pt x="48" y="1075"/>
                  <a:pt x="16" y="1296"/>
                  <a:pt x="9" y="1338"/>
                </a:cubicBezTo>
                <a:cubicBezTo>
                  <a:pt x="2" y="1379"/>
                  <a:pt x="8" y="1383"/>
                  <a:pt x="8" y="1383"/>
                </a:cubicBezTo>
                <a:cubicBezTo>
                  <a:pt x="8" y="1383"/>
                  <a:pt x="8" y="1386"/>
                  <a:pt x="4" y="1398"/>
                </a:cubicBezTo>
                <a:cubicBezTo>
                  <a:pt x="0" y="1410"/>
                  <a:pt x="4" y="1418"/>
                  <a:pt x="11" y="1423"/>
                </a:cubicBezTo>
                <a:cubicBezTo>
                  <a:pt x="18" y="1428"/>
                  <a:pt x="19" y="1438"/>
                  <a:pt x="34" y="1449"/>
                </a:cubicBezTo>
                <a:cubicBezTo>
                  <a:pt x="48" y="1460"/>
                  <a:pt x="90" y="1470"/>
                  <a:pt x="108" y="1468"/>
                </a:cubicBezTo>
                <a:cubicBezTo>
                  <a:pt x="126" y="1466"/>
                  <a:pt x="121" y="1460"/>
                  <a:pt x="120" y="1442"/>
                </a:cubicBezTo>
                <a:cubicBezTo>
                  <a:pt x="119" y="1424"/>
                  <a:pt x="96" y="1398"/>
                  <a:pt x="96" y="1398"/>
                </a:cubicBezTo>
                <a:cubicBezTo>
                  <a:pt x="96" y="1398"/>
                  <a:pt x="95" y="1393"/>
                  <a:pt x="101" y="1390"/>
                </a:cubicBezTo>
                <a:cubicBezTo>
                  <a:pt x="107" y="1386"/>
                  <a:pt x="132" y="1306"/>
                  <a:pt x="153" y="1231"/>
                </a:cubicBezTo>
                <a:cubicBezTo>
                  <a:pt x="175" y="1157"/>
                  <a:pt x="214" y="1022"/>
                  <a:pt x="214" y="1022"/>
                </a:cubicBezTo>
                <a:cubicBezTo>
                  <a:pt x="214" y="1022"/>
                  <a:pt x="217" y="1061"/>
                  <a:pt x="220" y="1100"/>
                </a:cubicBezTo>
                <a:cubicBezTo>
                  <a:pt x="222" y="1139"/>
                  <a:pt x="224" y="1267"/>
                  <a:pt x="220" y="1300"/>
                </a:cubicBezTo>
                <a:cubicBezTo>
                  <a:pt x="215" y="1333"/>
                  <a:pt x="215" y="1363"/>
                  <a:pt x="215" y="1363"/>
                </a:cubicBezTo>
                <a:cubicBezTo>
                  <a:pt x="215" y="1363"/>
                  <a:pt x="215" y="1367"/>
                  <a:pt x="215" y="1378"/>
                </a:cubicBezTo>
                <a:cubicBezTo>
                  <a:pt x="215" y="1389"/>
                  <a:pt x="223" y="1389"/>
                  <a:pt x="242" y="1391"/>
                </a:cubicBezTo>
                <a:cubicBezTo>
                  <a:pt x="261" y="1393"/>
                  <a:pt x="287" y="1392"/>
                  <a:pt x="287" y="1392"/>
                </a:cubicBezTo>
                <a:cubicBezTo>
                  <a:pt x="287" y="1392"/>
                  <a:pt x="286" y="1383"/>
                  <a:pt x="297" y="1388"/>
                </a:cubicBezTo>
                <a:cubicBezTo>
                  <a:pt x="307" y="1392"/>
                  <a:pt x="329" y="1403"/>
                  <a:pt x="349" y="1403"/>
                </a:cubicBezTo>
                <a:cubicBezTo>
                  <a:pt x="369" y="1403"/>
                  <a:pt x="429" y="1412"/>
                  <a:pt x="429" y="1397"/>
                </a:cubicBezTo>
                <a:cubicBezTo>
                  <a:pt x="429" y="1382"/>
                  <a:pt x="406" y="1376"/>
                  <a:pt x="385" y="1376"/>
                </a:cubicBezTo>
                <a:cubicBezTo>
                  <a:pt x="365" y="1376"/>
                  <a:pt x="342" y="1344"/>
                  <a:pt x="342" y="1344"/>
                </a:cubicBezTo>
                <a:cubicBezTo>
                  <a:pt x="342" y="1344"/>
                  <a:pt x="342" y="1344"/>
                  <a:pt x="348" y="1340"/>
                </a:cubicBezTo>
                <a:cubicBezTo>
                  <a:pt x="353" y="1337"/>
                  <a:pt x="320" y="1312"/>
                  <a:pt x="316" y="1300"/>
                </a:cubicBezTo>
                <a:cubicBezTo>
                  <a:pt x="311" y="1288"/>
                  <a:pt x="312" y="1286"/>
                  <a:pt x="316" y="1257"/>
                </a:cubicBezTo>
                <a:cubicBezTo>
                  <a:pt x="319" y="1229"/>
                  <a:pt x="327" y="1136"/>
                  <a:pt x="337" y="1080"/>
                </a:cubicBezTo>
                <a:cubicBezTo>
                  <a:pt x="346" y="1023"/>
                  <a:pt x="358" y="968"/>
                  <a:pt x="365" y="920"/>
                </a:cubicBezTo>
                <a:cubicBezTo>
                  <a:pt x="372" y="871"/>
                  <a:pt x="376" y="792"/>
                  <a:pt x="376" y="792"/>
                </a:cubicBezTo>
                <a:cubicBezTo>
                  <a:pt x="376" y="792"/>
                  <a:pt x="380" y="791"/>
                  <a:pt x="387" y="785"/>
                </a:cubicBezTo>
                <a:cubicBezTo>
                  <a:pt x="394" y="779"/>
                  <a:pt x="392" y="764"/>
                  <a:pt x="388" y="747"/>
                </a:cubicBezTo>
                <a:cubicBezTo>
                  <a:pt x="385" y="729"/>
                  <a:pt x="380" y="656"/>
                  <a:pt x="377" y="621"/>
                </a:cubicBezTo>
                <a:cubicBezTo>
                  <a:pt x="373" y="586"/>
                  <a:pt x="359" y="534"/>
                  <a:pt x="359" y="534"/>
                </a:cubicBezTo>
                <a:cubicBezTo>
                  <a:pt x="359" y="534"/>
                  <a:pt x="370" y="529"/>
                  <a:pt x="377" y="522"/>
                </a:cubicBezTo>
                <a:cubicBezTo>
                  <a:pt x="384" y="516"/>
                  <a:pt x="385" y="500"/>
                  <a:pt x="385" y="500"/>
                </a:cubicBezTo>
                <a:cubicBezTo>
                  <a:pt x="385" y="500"/>
                  <a:pt x="428" y="504"/>
                  <a:pt x="446" y="496"/>
                </a:cubicBezTo>
                <a:cubicBezTo>
                  <a:pt x="463" y="489"/>
                  <a:pt x="460" y="450"/>
                  <a:pt x="454" y="422"/>
                </a:cubicBezTo>
                <a:close/>
                <a:moveTo>
                  <a:pt x="311" y="458"/>
                </a:moveTo>
                <a:cubicBezTo>
                  <a:pt x="311" y="458"/>
                  <a:pt x="330" y="452"/>
                  <a:pt x="330" y="437"/>
                </a:cubicBezTo>
                <a:cubicBezTo>
                  <a:pt x="330" y="421"/>
                  <a:pt x="315" y="411"/>
                  <a:pt x="308" y="410"/>
                </a:cubicBezTo>
                <a:cubicBezTo>
                  <a:pt x="301" y="410"/>
                  <a:pt x="313" y="399"/>
                  <a:pt x="327" y="411"/>
                </a:cubicBezTo>
                <a:cubicBezTo>
                  <a:pt x="342" y="423"/>
                  <a:pt x="353" y="475"/>
                  <a:pt x="353" y="475"/>
                </a:cubicBezTo>
                <a:cubicBezTo>
                  <a:pt x="353" y="475"/>
                  <a:pt x="323" y="463"/>
                  <a:pt x="311" y="458"/>
                </a:cubicBezTo>
                <a:close/>
                <a:moveTo>
                  <a:pt x="350" y="540"/>
                </a:moveTo>
                <a:cubicBezTo>
                  <a:pt x="350" y="540"/>
                  <a:pt x="352" y="500"/>
                  <a:pt x="353" y="483"/>
                </a:cubicBezTo>
                <a:cubicBezTo>
                  <a:pt x="362" y="531"/>
                  <a:pt x="362" y="531"/>
                  <a:pt x="362" y="531"/>
                </a:cubicBezTo>
                <a:lnTo>
                  <a:pt x="350" y="540"/>
                </a:lnTo>
                <a:close/>
              </a:path>
            </a:pathLst>
          </a:custGeom>
          <a:solidFill>
            <a:srgbClr val="005898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6000"/>
              </a:prst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 dirty="0">
              <a:ln>
                <a:noFill/>
              </a:ln>
              <a:solidFill>
                <a:srgbClr val="5C5C5C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1" name="Freeform 208"/>
          <p:cNvSpPr>
            <a:spLocks noEditPoints="1"/>
          </p:cNvSpPr>
          <p:nvPr/>
        </p:nvSpPr>
        <p:spPr bwMode="auto">
          <a:xfrm>
            <a:off x="9143762" y="2405063"/>
            <a:ext cx="793750" cy="2946400"/>
          </a:xfrm>
          <a:custGeom>
            <a:avLst/>
            <a:gdLst>
              <a:gd name="T0" fmla="*/ 221 w 224"/>
              <a:gd name="T1" fmla="*/ 237 h 906"/>
              <a:gd name="T2" fmla="*/ 178 w 224"/>
              <a:gd name="T3" fmla="*/ 151 h 906"/>
              <a:gd name="T4" fmla="*/ 161 w 224"/>
              <a:gd name="T5" fmla="*/ 98 h 906"/>
              <a:gd name="T6" fmla="*/ 148 w 224"/>
              <a:gd name="T7" fmla="*/ 36 h 906"/>
              <a:gd name="T8" fmla="*/ 107 w 224"/>
              <a:gd name="T9" fmla="*/ 0 h 906"/>
              <a:gd name="T10" fmla="*/ 63 w 224"/>
              <a:gd name="T11" fmla="*/ 101 h 906"/>
              <a:gd name="T12" fmla="*/ 48 w 224"/>
              <a:gd name="T13" fmla="*/ 145 h 906"/>
              <a:gd name="T14" fmla="*/ 7 w 224"/>
              <a:gd name="T15" fmla="*/ 204 h 906"/>
              <a:gd name="T16" fmla="*/ 2 w 224"/>
              <a:gd name="T17" fmla="*/ 302 h 906"/>
              <a:gd name="T18" fmla="*/ 28 w 224"/>
              <a:gd name="T19" fmla="*/ 360 h 906"/>
              <a:gd name="T20" fmla="*/ 31 w 224"/>
              <a:gd name="T21" fmla="*/ 411 h 906"/>
              <a:gd name="T22" fmla="*/ 35 w 224"/>
              <a:gd name="T23" fmla="*/ 565 h 906"/>
              <a:gd name="T24" fmla="*/ 54 w 224"/>
              <a:gd name="T25" fmla="*/ 607 h 906"/>
              <a:gd name="T26" fmla="*/ 81 w 224"/>
              <a:gd name="T27" fmla="*/ 790 h 906"/>
              <a:gd name="T28" fmla="*/ 89 w 224"/>
              <a:gd name="T29" fmla="*/ 869 h 906"/>
              <a:gd name="T30" fmla="*/ 112 w 224"/>
              <a:gd name="T31" fmla="*/ 906 h 906"/>
              <a:gd name="T32" fmla="*/ 122 w 224"/>
              <a:gd name="T33" fmla="*/ 847 h 906"/>
              <a:gd name="T34" fmla="*/ 157 w 224"/>
              <a:gd name="T35" fmla="*/ 853 h 906"/>
              <a:gd name="T36" fmla="*/ 124 w 224"/>
              <a:gd name="T37" fmla="*/ 764 h 906"/>
              <a:gd name="T38" fmla="*/ 156 w 224"/>
              <a:gd name="T39" fmla="*/ 611 h 906"/>
              <a:gd name="T40" fmla="*/ 166 w 224"/>
              <a:gd name="T41" fmla="*/ 582 h 906"/>
              <a:gd name="T42" fmla="*/ 190 w 224"/>
              <a:gd name="T43" fmla="*/ 474 h 906"/>
              <a:gd name="T44" fmla="*/ 206 w 224"/>
              <a:gd name="T45" fmla="*/ 414 h 906"/>
              <a:gd name="T46" fmla="*/ 192 w 224"/>
              <a:gd name="T47" fmla="*/ 313 h 906"/>
              <a:gd name="T48" fmla="*/ 73 w 224"/>
              <a:gd name="T49" fmla="*/ 279 h 906"/>
              <a:gd name="T50" fmla="*/ 63 w 224"/>
              <a:gd name="T51" fmla="*/ 289 h 906"/>
              <a:gd name="T52" fmla="*/ 73 w 224"/>
              <a:gd name="T53" fmla="*/ 269 h 906"/>
              <a:gd name="T54" fmla="*/ 110 w 224"/>
              <a:gd name="T55" fmla="*/ 621 h 906"/>
              <a:gd name="T56" fmla="*/ 107 w 224"/>
              <a:gd name="T57" fmla="*/ 646 h 906"/>
              <a:gd name="T58" fmla="*/ 104 w 224"/>
              <a:gd name="T59" fmla="*/ 612 h 906"/>
              <a:gd name="T60" fmla="*/ 110 w 224"/>
              <a:gd name="T61" fmla="*/ 580 h 906"/>
              <a:gd name="T62" fmla="*/ 116 w 224"/>
              <a:gd name="T63" fmla="*/ 225 h 906"/>
              <a:gd name="T64" fmla="*/ 91 w 224"/>
              <a:gd name="T65" fmla="*/ 130 h 906"/>
              <a:gd name="T66" fmla="*/ 115 w 224"/>
              <a:gd name="T67" fmla="*/ 200 h 906"/>
              <a:gd name="T68" fmla="*/ 128 w 224"/>
              <a:gd name="T69" fmla="*/ 156 h 906"/>
              <a:gd name="T70" fmla="*/ 143 w 224"/>
              <a:gd name="T71" fmla="*/ 147 h 906"/>
              <a:gd name="T72" fmla="*/ 116 w 224"/>
              <a:gd name="T73" fmla="*/ 225 h 906"/>
              <a:gd name="T74" fmla="*/ 138 w 224"/>
              <a:gd name="T75" fmla="*/ 333 h 906"/>
              <a:gd name="T76" fmla="*/ 149 w 224"/>
              <a:gd name="T77" fmla="*/ 315 h 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24" h="906">
                <a:moveTo>
                  <a:pt x="215" y="296"/>
                </a:moveTo>
                <a:cubicBezTo>
                  <a:pt x="222" y="281"/>
                  <a:pt x="224" y="258"/>
                  <a:pt x="221" y="237"/>
                </a:cubicBezTo>
                <a:cubicBezTo>
                  <a:pt x="219" y="217"/>
                  <a:pt x="217" y="187"/>
                  <a:pt x="211" y="170"/>
                </a:cubicBezTo>
                <a:cubicBezTo>
                  <a:pt x="204" y="152"/>
                  <a:pt x="178" y="151"/>
                  <a:pt x="178" y="151"/>
                </a:cubicBezTo>
                <a:cubicBezTo>
                  <a:pt x="178" y="151"/>
                  <a:pt x="180" y="142"/>
                  <a:pt x="172" y="133"/>
                </a:cubicBezTo>
                <a:cubicBezTo>
                  <a:pt x="164" y="124"/>
                  <a:pt x="163" y="113"/>
                  <a:pt x="161" y="98"/>
                </a:cubicBezTo>
                <a:cubicBezTo>
                  <a:pt x="159" y="82"/>
                  <a:pt x="155" y="72"/>
                  <a:pt x="155" y="62"/>
                </a:cubicBezTo>
                <a:cubicBezTo>
                  <a:pt x="155" y="52"/>
                  <a:pt x="152" y="53"/>
                  <a:pt x="148" y="36"/>
                </a:cubicBezTo>
                <a:cubicBezTo>
                  <a:pt x="144" y="19"/>
                  <a:pt x="127" y="0"/>
                  <a:pt x="107" y="0"/>
                </a:cubicBezTo>
                <a:cubicBezTo>
                  <a:pt x="107" y="0"/>
                  <a:pt x="107" y="0"/>
                  <a:pt x="107" y="0"/>
                </a:cubicBezTo>
                <a:cubicBezTo>
                  <a:pt x="75" y="0"/>
                  <a:pt x="67" y="48"/>
                  <a:pt x="64" y="64"/>
                </a:cubicBezTo>
                <a:cubicBezTo>
                  <a:pt x="62" y="79"/>
                  <a:pt x="58" y="89"/>
                  <a:pt x="63" y="101"/>
                </a:cubicBezTo>
                <a:cubicBezTo>
                  <a:pt x="68" y="113"/>
                  <a:pt x="62" y="116"/>
                  <a:pt x="50" y="125"/>
                </a:cubicBezTo>
                <a:cubicBezTo>
                  <a:pt x="39" y="135"/>
                  <a:pt x="48" y="145"/>
                  <a:pt x="48" y="145"/>
                </a:cubicBezTo>
                <a:cubicBezTo>
                  <a:pt x="48" y="145"/>
                  <a:pt x="37" y="152"/>
                  <a:pt x="28" y="154"/>
                </a:cubicBezTo>
                <a:cubicBezTo>
                  <a:pt x="19" y="155"/>
                  <a:pt x="9" y="186"/>
                  <a:pt x="7" y="204"/>
                </a:cubicBezTo>
                <a:cubicBezTo>
                  <a:pt x="5" y="221"/>
                  <a:pt x="4" y="220"/>
                  <a:pt x="2" y="233"/>
                </a:cubicBezTo>
                <a:cubicBezTo>
                  <a:pt x="0" y="247"/>
                  <a:pt x="1" y="279"/>
                  <a:pt x="2" y="302"/>
                </a:cubicBezTo>
                <a:cubicBezTo>
                  <a:pt x="4" y="324"/>
                  <a:pt x="31" y="326"/>
                  <a:pt x="31" y="326"/>
                </a:cubicBezTo>
                <a:cubicBezTo>
                  <a:pt x="31" y="326"/>
                  <a:pt x="31" y="348"/>
                  <a:pt x="28" y="360"/>
                </a:cubicBezTo>
                <a:cubicBezTo>
                  <a:pt x="24" y="373"/>
                  <a:pt x="7" y="405"/>
                  <a:pt x="12" y="407"/>
                </a:cubicBezTo>
                <a:cubicBezTo>
                  <a:pt x="16" y="409"/>
                  <a:pt x="31" y="411"/>
                  <a:pt x="31" y="411"/>
                </a:cubicBezTo>
                <a:cubicBezTo>
                  <a:pt x="31" y="411"/>
                  <a:pt x="28" y="447"/>
                  <a:pt x="30" y="465"/>
                </a:cubicBezTo>
                <a:cubicBezTo>
                  <a:pt x="31" y="483"/>
                  <a:pt x="35" y="544"/>
                  <a:pt x="35" y="565"/>
                </a:cubicBezTo>
                <a:cubicBezTo>
                  <a:pt x="35" y="586"/>
                  <a:pt x="50" y="579"/>
                  <a:pt x="50" y="579"/>
                </a:cubicBezTo>
                <a:cubicBezTo>
                  <a:pt x="50" y="579"/>
                  <a:pt x="52" y="592"/>
                  <a:pt x="54" y="607"/>
                </a:cubicBezTo>
                <a:cubicBezTo>
                  <a:pt x="56" y="622"/>
                  <a:pt x="54" y="641"/>
                  <a:pt x="52" y="663"/>
                </a:cubicBezTo>
                <a:cubicBezTo>
                  <a:pt x="51" y="685"/>
                  <a:pt x="75" y="770"/>
                  <a:pt x="81" y="790"/>
                </a:cubicBezTo>
                <a:cubicBezTo>
                  <a:pt x="88" y="809"/>
                  <a:pt x="92" y="819"/>
                  <a:pt x="88" y="831"/>
                </a:cubicBezTo>
                <a:cubicBezTo>
                  <a:pt x="85" y="844"/>
                  <a:pt x="90" y="848"/>
                  <a:pt x="89" y="869"/>
                </a:cubicBezTo>
                <a:cubicBezTo>
                  <a:pt x="89" y="888"/>
                  <a:pt x="96" y="902"/>
                  <a:pt x="107" y="905"/>
                </a:cubicBezTo>
                <a:cubicBezTo>
                  <a:pt x="109" y="906"/>
                  <a:pt x="111" y="906"/>
                  <a:pt x="112" y="906"/>
                </a:cubicBezTo>
                <a:cubicBezTo>
                  <a:pt x="126" y="906"/>
                  <a:pt x="129" y="872"/>
                  <a:pt x="126" y="865"/>
                </a:cubicBezTo>
                <a:cubicBezTo>
                  <a:pt x="123" y="857"/>
                  <a:pt x="122" y="847"/>
                  <a:pt x="122" y="847"/>
                </a:cubicBezTo>
                <a:cubicBezTo>
                  <a:pt x="122" y="847"/>
                  <a:pt x="127" y="853"/>
                  <a:pt x="134" y="855"/>
                </a:cubicBezTo>
                <a:cubicBezTo>
                  <a:pt x="140" y="857"/>
                  <a:pt x="150" y="857"/>
                  <a:pt x="157" y="853"/>
                </a:cubicBezTo>
                <a:cubicBezTo>
                  <a:pt x="164" y="848"/>
                  <a:pt x="151" y="828"/>
                  <a:pt x="141" y="818"/>
                </a:cubicBezTo>
                <a:cubicBezTo>
                  <a:pt x="132" y="808"/>
                  <a:pt x="124" y="784"/>
                  <a:pt x="124" y="764"/>
                </a:cubicBezTo>
                <a:cubicBezTo>
                  <a:pt x="124" y="745"/>
                  <a:pt x="141" y="698"/>
                  <a:pt x="149" y="670"/>
                </a:cubicBezTo>
                <a:cubicBezTo>
                  <a:pt x="158" y="643"/>
                  <a:pt x="153" y="617"/>
                  <a:pt x="156" y="611"/>
                </a:cubicBezTo>
                <a:cubicBezTo>
                  <a:pt x="158" y="605"/>
                  <a:pt x="158" y="582"/>
                  <a:pt x="158" y="582"/>
                </a:cubicBezTo>
                <a:cubicBezTo>
                  <a:pt x="158" y="582"/>
                  <a:pt x="160" y="582"/>
                  <a:pt x="166" y="582"/>
                </a:cubicBezTo>
                <a:cubicBezTo>
                  <a:pt x="172" y="582"/>
                  <a:pt x="172" y="585"/>
                  <a:pt x="172" y="570"/>
                </a:cubicBezTo>
                <a:cubicBezTo>
                  <a:pt x="172" y="555"/>
                  <a:pt x="184" y="497"/>
                  <a:pt x="190" y="474"/>
                </a:cubicBezTo>
                <a:cubicBezTo>
                  <a:pt x="195" y="452"/>
                  <a:pt x="195" y="416"/>
                  <a:pt x="195" y="416"/>
                </a:cubicBezTo>
                <a:cubicBezTo>
                  <a:pt x="195" y="416"/>
                  <a:pt x="199" y="416"/>
                  <a:pt x="206" y="414"/>
                </a:cubicBezTo>
                <a:cubicBezTo>
                  <a:pt x="214" y="413"/>
                  <a:pt x="208" y="399"/>
                  <a:pt x="199" y="371"/>
                </a:cubicBezTo>
                <a:cubicBezTo>
                  <a:pt x="189" y="344"/>
                  <a:pt x="192" y="313"/>
                  <a:pt x="192" y="313"/>
                </a:cubicBezTo>
                <a:cubicBezTo>
                  <a:pt x="192" y="313"/>
                  <a:pt x="208" y="311"/>
                  <a:pt x="215" y="296"/>
                </a:cubicBezTo>
                <a:close/>
                <a:moveTo>
                  <a:pt x="73" y="279"/>
                </a:moveTo>
                <a:cubicBezTo>
                  <a:pt x="73" y="286"/>
                  <a:pt x="71" y="292"/>
                  <a:pt x="71" y="292"/>
                </a:cubicBezTo>
                <a:cubicBezTo>
                  <a:pt x="71" y="292"/>
                  <a:pt x="67" y="292"/>
                  <a:pt x="63" y="289"/>
                </a:cubicBezTo>
                <a:cubicBezTo>
                  <a:pt x="65" y="285"/>
                  <a:pt x="65" y="271"/>
                  <a:pt x="65" y="271"/>
                </a:cubicBezTo>
                <a:cubicBezTo>
                  <a:pt x="73" y="269"/>
                  <a:pt x="73" y="269"/>
                  <a:pt x="73" y="269"/>
                </a:cubicBezTo>
                <a:cubicBezTo>
                  <a:pt x="73" y="269"/>
                  <a:pt x="73" y="272"/>
                  <a:pt x="73" y="279"/>
                </a:cubicBezTo>
                <a:close/>
                <a:moveTo>
                  <a:pt x="110" y="621"/>
                </a:moveTo>
                <a:cubicBezTo>
                  <a:pt x="109" y="625"/>
                  <a:pt x="108" y="631"/>
                  <a:pt x="107" y="637"/>
                </a:cubicBezTo>
                <a:cubicBezTo>
                  <a:pt x="107" y="642"/>
                  <a:pt x="107" y="646"/>
                  <a:pt x="107" y="646"/>
                </a:cubicBezTo>
                <a:cubicBezTo>
                  <a:pt x="107" y="646"/>
                  <a:pt x="106" y="638"/>
                  <a:pt x="106" y="632"/>
                </a:cubicBezTo>
                <a:cubicBezTo>
                  <a:pt x="106" y="626"/>
                  <a:pt x="102" y="620"/>
                  <a:pt x="104" y="612"/>
                </a:cubicBezTo>
                <a:cubicBezTo>
                  <a:pt x="105" y="608"/>
                  <a:pt x="106" y="602"/>
                  <a:pt x="107" y="596"/>
                </a:cubicBezTo>
                <a:cubicBezTo>
                  <a:pt x="109" y="588"/>
                  <a:pt x="110" y="580"/>
                  <a:pt x="110" y="580"/>
                </a:cubicBezTo>
                <a:cubicBezTo>
                  <a:pt x="110" y="601"/>
                  <a:pt x="112" y="615"/>
                  <a:pt x="110" y="621"/>
                </a:cubicBezTo>
                <a:close/>
                <a:moveTo>
                  <a:pt x="116" y="225"/>
                </a:moveTo>
                <a:cubicBezTo>
                  <a:pt x="115" y="231"/>
                  <a:pt x="108" y="214"/>
                  <a:pt x="103" y="195"/>
                </a:cubicBezTo>
                <a:cubicBezTo>
                  <a:pt x="99" y="176"/>
                  <a:pt x="91" y="148"/>
                  <a:pt x="91" y="130"/>
                </a:cubicBezTo>
                <a:cubicBezTo>
                  <a:pt x="91" y="130"/>
                  <a:pt x="105" y="142"/>
                  <a:pt x="105" y="151"/>
                </a:cubicBezTo>
                <a:cubicBezTo>
                  <a:pt x="105" y="161"/>
                  <a:pt x="112" y="191"/>
                  <a:pt x="115" y="200"/>
                </a:cubicBezTo>
                <a:cubicBezTo>
                  <a:pt x="117" y="209"/>
                  <a:pt x="119" y="189"/>
                  <a:pt x="124" y="180"/>
                </a:cubicBezTo>
                <a:cubicBezTo>
                  <a:pt x="129" y="171"/>
                  <a:pt x="131" y="163"/>
                  <a:pt x="128" y="156"/>
                </a:cubicBezTo>
                <a:cubicBezTo>
                  <a:pt x="125" y="149"/>
                  <a:pt x="136" y="146"/>
                  <a:pt x="143" y="128"/>
                </a:cubicBezTo>
                <a:cubicBezTo>
                  <a:pt x="144" y="135"/>
                  <a:pt x="144" y="140"/>
                  <a:pt x="143" y="147"/>
                </a:cubicBezTo>
                <a:cubicBezTo>
                  <a:pt x="143" y="153"/>
                  <a:pt x="132" y="186"/>
                  <a:pt x="129" y="192"/>
                </a:cubicBezTo>
                <a:cubicBezTo>
                  <a:pt x="125" y="199"/>
                  <a:pt x="117" y="219"/>
                  <a:pt x="116" y="225"/>
                </a:cubicBezTo>
                <a:close/>
                <a:moveTo>
                  <a:pt x="149" y="333"/>
                </a:moveTo>
                <a:cubicBezTo>
                  <a:pt x="149" y="333"/>
                  <a:pt x="138" y="338"/>
                  <a:pt x="138" y="333"/>
                </a:cubicBezTo>
                <a:cubicBezTo>
                  <a:pt x="139" y="329"/>
                  <a:pt x="141" y="315"/>
                  <a:pt x="141" y="315"/>
                </a:cubicBezTo>
                <a:cubicBezTo>
                  <a:pt x="149" y="315"/>
                  <a:pt x="149" y="315"/>
                  <a:pt x="149" y="315"/>
                </a:cubicBezTo>
                <a:lnTo>
                  <a:pt x="149" y="333"/>
                </a:lnTo>
                <a:close/>
              </a:path>
            </a:pathLst>
          </a:custGeom>
          <a:solidFill>
            <a:srgbClr val="BFEA1F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6000"/>
              </a:prst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 dirty="0">
              <a:ln>
                <a:noFill/>
              </a:ln>
              <a:solidFill>
                <a:srgbClr val="5C5C5C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2" name="Freeform 192"/>
          <p:cNvSpPr>
            <a:spLocks noEditPoints="1"/>
          </p:cNvSpPr>
          <p:nvPr/>
        </p:nvSpPr>
        <p:spPr bwMode="auto">
          <a:xfrm>
            <a:off x="8045212" y="2471738"/>
            <a:ext cx="1309687" cy="3090862"/>
          </a:xfrm>
          <a:custGeom>
            <a:avLst/>
            <a:gdLst>
              <a:gd name="T0" fmla="*/ 625 w 693"/>
              <a:gd name="T1" fmla="*/ 1522 h 1641"/>
              <a:gd name="T2" fmla="*/ 520 w 693"/>
              <a:gd name="T3" fmla="*/ 985 h 1641"/>
              <a:gd name="T4" fmla="*/ 498 w 693"/>
              <a:gd name="T5" fmla="*/ 789 h 1641"/>
              <a:gd name="T6" fmla="*/ 532 w 693"/>
              <a:gd name="T7" fmla="*/ 760 h 1641"/>
              <a:gd name="T8" fmla="*/ 571 w 693"/>
              <a:gd name="T9" fmla="*/ 506 h 1641"/>
              <a:gd name="T10" fmla="*/ 505 w 693"/>
              <a:gd name="T11" fmla="*/ 282 h 1641"/>
              <a:gd name="T12" fmla="*/ 394 w 693"/>
              <a:gd name="T13" fmla="*/ 243 h 1641"/>
              <a:gd name="T14" fmla="*/ 344 w 693"/>
              <a:gd name="T15" fmla="*/ 214 h 1641"/>
              <a:gd name="T16" fmla="*/ 341 w 693"/>
              <a:gd name="T17" fmla="*/ 204 h 1641"/>
              <a:gd name="T18" fmla="*/ 354 w 693"/>
              <a:gd name="T19" fmla="*/ 65 h 1641"/>
              <a:gd name="T20" fmla="*/ 313 w 693"/>
              <a:gd name="T21" fmla="*/ 0 h 1641"/>
              <a:gd name="T22" fmla="*/ 228 w 693"/>
              <a:gd name="T23" fmla="*/ 24 h 1641"/>
              <a:gd name="T24" fmla="*/ 214 w 693"/>
              <a:gd name="T25" fmla="*/ 121 h 1641"/>
              <a:gd name="T26" fmla="*/ 240 w 693"/>
              <a:gd name="T27" fmla="*/ 200 h 1641"/>
              <a:gd name="T28" fmla="*/ 240 w 693"/>
              <a:gd name="T29" fmla="*/ 215 h 1641"/>
              <a:gd name="T30" fmla="*/ 147 w 693"/>
              <a:gd name="T31" fmla="*/ 272 h 1641"/>
              <a:gd name="T32" fmla="*/ 22 w 693"/>
              <a:gd name="T33" fmla="*/ 531 h 1641"/>
              <a:gd name="T34" fmla="*/ 113 w 693"/>
              <a:gd name="T35" fmla="*/ 777 h 1641"/>
              <a:gd name="T36" fmla="*/ 143 w 693"/>
              <a:gd name="T37" fmla="*/ 802 h 1641"/>
              <a:gd name="T38" fmla="*/ 220 w 693"/>
              <a:gd name="T39" fmla="*/ 1183 h 1641"/>
              <a:gd name="T40" fmla="*/ 267 w 693"/>
              <a:gd name="T41" fmla="*/ 1470 h 1641"/>
              <a:gd name="T42" fmla="*/ 231 w 693"/>
              <a:gd name="T43" fmla="*/ 1602 h 1641"/>
              <a:gd name="T44" fmla="*/ 343 w 693"/>
              <a:gd name="T45" fmla="*/ 1595 h 1641"/>
              <a:gd name="T46" fmla="*/ 351 w 693"/>
              <a:gd name="T47" fmla="*/ 1504 h 1641"/>
              <a:gd name="T48" fmla="*/ 342 w 693"/>
              <a:gd name="T49" fmla="*/ 1327 h 1641"/>
              <a:gd name="T50" fmla="*/ 334 w 693"/>
              <a:gd name="T51" fmla="*/ 1168 h 1641"/>
              <a:gd name="T52" fmla="*/ 372 w 693"/>
              <a:gd name="T53" fmla="*/ 991 h 1641"/>
              <a:gd name="T54" fmla="*/ 495 w 693"/>
              <a:gd name="T55" fmla="*/ 1455 h 1641"/>
              <a:gd name="T56" fmla="*/ 553 w 693"/>
              <a:gd name="T57" fmla="*/ 1595 h 1641"/>
              <a:gd name="T58" fmla="*/ 693 w 693"/>
              <a:gd name="T59" fmla="*/ 1628 h 1641"/>
              <a:gd name="T60" fmla="*/ 115 w 693"/>
              <a:gd name="T61" fmla="*/ 608 h 1641"/>
              <a:gd name="T62" fmla="*/ 125 w 693"/>
              <a:gd name="T63" fmla="*/ 524 h 1641"/>
              <a:gd name="T64" fmla="*/ 395 w 693"/>
              <a:gd name="T65" fmla="*/ 690 h 1641"/>
              <a:gd name="T66" fmla="*/ 314 w 693"/>
              <a:gd name="T67" fmla="*/ 307 h 1641"/>
              <a:gd name="T68" fmla="*/ 280 w 693"/>
              <a:gd name="T69" fmla="*/ 291 h 1641"/>
              <a:gd name="T70" fmla="*/ 295 w 693"/>
              <a:gd name="T71" fmla="*/ 485 h 1641"/>
              <a:gd name="T72" fmla="*/ 274 w 693"/>
              <a:gd name="T73" fmla="*/ 687 h 1641"/>
              <a:gd name="T74" fmla="*/ 235 w 693"/>
              <a:gd name="T75" fmla="*/ 542 h 1641"/>
              <a:gd name="T76" fmla="*/ 248 w 693"/>
              <a:gd name="T77" fmla="*/ 225 h 1641"/>
              <a:gd name="T78" fmla="*/ 334 w 693"/>
              <a:gd name="T79" fmla="*/ 227 h 1641"/>
              <a:gd name="T80" fmla="*/ 381 w 693"/>
              <a:gd name="T81" fmla="*/ 413 h 1641"/>
              <a:gd name="T82" fmla="*/ 411 w 693"/>
              <a:gd name="T83" fmla="*/ 689 h 1641"/>
              <a:gd name="T84" fmla="*/ 473 w 693"/>
              <a:gd name="T85" fmla="*/ 485 h 1641"/>
              <a:gd name="T86" fmla="*/ 501 w 693"/>
              <a:gd name="T87" fmla="*/ 576 h 1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693" h="1641">
                <a:moveTo>
                  <a:pt x="669" y="1590"/>
                </a:moveTo>
                <a:cubicBezTo>
                  <a:pt x="650" y="1579"/>
                  <a:pt x="636" y="1550"/>
                  <a:pt x="629" y="1542"/>
                </a:cubicBezTo>
                <a:cubicBezTo>
                  <a:pt x="622" y="1535"/>
                  <a:pt x="631" y="1537"/>
                  <a:pt x="625" y="1522"/>
                </a:cubicBezTo>
                <a:cubicBezTo>
                  <a:pt x="619" y="1507"/>
                  <a:pt x="600" y="1419"/>
                  <a:pt x="597" y="1391"/>
                </a:cubicBezTo>
                <a:cubicBezTo>
                  <a:pt x="593" y="1362"/>
                  <a:pt x="595" y="1265"/>
                  <a:pt x="582" y="1219"/>
                </a:cubicBezTo>
                <a:cubicBezTo>
                  <a:pt x="568" y="1173"/>
                  <a:pt x="526" y="1025"/>
                  <a:pt x="520" y="985"/>
                </a:cubicBezTo>
                <a:cubicBezTo>
                  <a:pt x="514" y="944"/>
                  <a:pt x="505" y="903"/>
                  <a:pt x="505" y="881"/>
                </a:cubicBezTo>
                <a:cubicBezTo>
                  <a:pt x="505" y="858"/>
                  <a:pt x="503" y="843"/>
                  <a:pt x="496" y="827"/>
                </a:cubicBezTo>
                <a:cubicBezTo>
                  <a:pt x="490" y="811"/>
                  <a:pt x="498" y="789"/>
                  <a:pt x="498" y="789"/>
                </a:cubicBezTo>
                <a:cubicBezTo>
                  <a:pt x="498" y="789"/>
                  <a:pt x="514" y="801"/>
                  <a:pt x="524" y="810"/>
                </a:cubicBezTo>
                <a:cubicBezTo>
                  <a:pt x="534" y="819"/>
                  <a:pt x="534" y="805"/>
                  <a:pt x="529" y="785"/>
                </a:cubicBezTo>
                <a:cubicBezTo>
                  <a:pt x="524" y="765"/>
                  <a:pt x="527" y="754"/>
                  <a:pt x="532" y="760"/>
                </a:cubicBezTo>
                <a:cubicBezTo>
                  <a:pt x="537" y="767"/>
                  <a:pt x="541" y="728"/>
                  <a:pt x="553" y="705"/>
                </a:cubicBezTo>
                <a:cubicBezTo>
                  <a:pt x="566" y="681"/>
                  <a:pt x="593" y="633"/>
                  <a:pt x="587" y="606"/>
                </a:cubicBezTo>
                <a:cubicBezTo>
                  <a:pt x="581" y="578"/>
                  <a:pt x="578" y="530"/>
                  <a:pt x="571" y="506"/>
                </a:cubicBezTo>
                <a:cubicBezTo>
                  <a:pt x="563" y="483"/>
                  <a:pt x="556" y="441"/>
                  <a:pt x="547" y="415"/>
                </a:cubicBezTo>
                <a:cubicBezTo>
                  <a:pt x="538" y="389"/>
                  <a:pt x="540" y="376"/>
                  <a:pt x="529" y="350"/>
                </a:cubicBezTo>
                <a:cubicBezTo>
                  <a:pt x="517" y="324"/>
                  <a:pt x="505" y="295"/>
                  <a:pt x="505" y="282"/>
                </a:cubicBezTo>
                <a:cubicBezTo>
                  <a:pt x="505" y="275"/>
                  <a:pt x="502" y="269"/>
                  <a:pt x="491" y="265"/>
                </a:cubicBezTo>
                <a:cubicBezTo>
                  <a:pt x="483" y="261"/>
                  <a:pt x="469" y="258"/>
                  <a:pt x="449" y="255"/>
                </a:cubicBezTo>
                <a:cubicBezTo>
                  <a:pt x="428" y="252"/>
                  <a:pt x="409" y="248"/>
                  <a:pt x="394" y="243"/>
                </a:cubicBezTo>
                <a:cubicBezTo>
                  <a:pt x="393" y="243"/>
                  <a:pt x="392" y="242"/>
                  <a:pt x="391" y="242"/>
                </a:cubicBezTo>
                <a:cubicBezTo>
                  <a:pt x="391" y="242"/>
                  <a:pt x="390" y="242"/>
                  <a:pt x="390" y="242"/>
                </a:cubicBezTo>
                <a:cubicBezTo>
                  <a:pt x="370" y="235"/>
                  <a:pt x="344" y="214"/>
                  <a:pt x="344" y="214"/>
                </a:cubicBezTo>
                <a:cubicBezTo>
                  <a:pt x="336" y="225"/>
                  <a:pt x="336" y="225"/>
                  <a:pt x="336" y="225"/>
                </a:cubicBezTo>
                <a:cubicBezTo>
                  <a:pt x="339" y="221"/>
                  <a:pt x="341" y="218"/>
                  <a:pt x="344" y="214"/>
                </a:cubicBezTo>
                <a:cubicBezTo>
                  <a:pt x="341" y="211"/>
                  <a:pt x="336" y="204"/>
                  <a:pt x="341" y="204"/>
                </a:cubicBezTo>
                <a:cubicBezTo>
                  <a:pt x="352" y="203"/>
                  <a:pt x="354" y="159"/>
                  <a:pt x="360" y="146"/>
                </a:cubicBezTo>
                <a:cubicBezTo>
                  <a:pt x="366" y="133"/>
                  <a:pt x="364" y="124"/>
                  <a:pt x="360" y="112"/>
                </a:cubicBezTo>
                <a:cubicBezTo>
                  <a:pt x="356" y="101"/>
                  <a:pt x="364" y="84"/>
                  <a:pt x="354" y="65"/>
                </a:cubicBezTo>
                <a:cubicBezTo>
                  <a:pt x="344" y="47"/>
                  <a:pt x="358" y="24"/>
                  <a:pt x="344" y="22"/>
                </a:cubicBezTo>
                <a:cubicBezTo>
                  <a:pt x="330" y="20"/>
                  <a:pt x="335" y="3"/>
                  <a:pt x="322" y="3"/>
                </a:cubicBezTo>
                <a:cubicBezTo>
                  <a:pt x="318" y="3"/>
                  <a:pt x="315" y="2"/>
                  <a:pt x="313" y="0"/>
                </a:cubicBezTo>
                <a:cubicBezTo>
                  <a:pt x="302" y="21"/>
                  <a:pt x="285" y="14"/>
                  <a:pt x="285" y="14"/>
                </a:cubicBezTo>
                <a:cubicBezTo>
                  <a:pt x="259" y="8"/>
                  <a:pt x="242" y="14"/>
                  <a:pt x="230" y="23"/>
                </a:cubicBezTo>
                <a:cubicBezTo>
                  <a:pt x="230" y="23"/>
                  <a:pt x="229" y="24"/>
                  <a:pt x="228" y="24"/>
                </a:cubicBezTo>
                <a:cubicBezTo>
                  <a:pt x="213" y="38"/>
                  <a:pt x="208" y="57"/>
                  <a:pt x="208" y="58"/>
                </a:cubicBezTo>
                <a:cubicBezTo>
                  <a:pt x="207" y="65"/>
                  <a:pt x="206" y="72"/>
                  <a:pt x="206" y="77"/>
                </a:cubicBezTo>
                <a:cubicBezTo>
                  <a:pt x="208" y="95"/>
                  <a:pt x="213" y="113"/>
                  <a:pt x="214" y="121"/>
                </a:cubicBezTo>
                <a:cubicBezTo>
                  <a:pt x="215" y="128"/>
                  <a:pt x="219" y="158"/>
                  <a:pt x="225" y="158"/>
                </a:cubicBezTo>
                <a:cubicBezTo>
                  <a:pt x="231" y="158"/>
                  <a:pt x="233" y="159"/>
                  <a:pt x="233" y="159"/>
                </a:cubicBezTo>
                <a:cubicBezTo>
                  <a:pt x="233" y="159"/>
                  <a:pt x="240" y="182"/>
                  <a:pt x="240" y="200"/>
                </a:cubicBezTo>
                <a:cubicBezTo>
                  <a:pt x="240" y="208"/>
                  <a:pt x="240" y="212"/>
                  <a:pt x="240" y="215"/>
                </a:cubicBezTo>
                <a:cubicBezTo>
                  <a:pt x="240" y="215"/>
                  <a:pt x="240" y="215"/>
                  <a:pt x="240" y="215"/>
                </a:cubicBezTo>
                <a:cubicBezTo>
                  <a:pt x="240" y="215"/>
                  <a:pt x="240" y="215"/>
                  <a:pt x="240" y="215"/>
                </a:cubicBezTo>
                <a:cubicBezTo>
                  <a:pt x="240" y="215"/>
                  <a:pt x="240" y="215"/>
                  <a:pt x="240" y="215"/>
                </a:cubicBezTo>
                <a:cubicBezTo>
                  <a:pt x="240" y="215"/>
                  <a:pt x="224" y="238"/>
                  <a:pt x="206" y="246"/>
                </a:cubicBezTo>
                <a:cubicBezTo>
                  <a:pt x="188" y="255"/>
                  <a:pt x="162" y="268"/>
                  <a:pt x="147" y="272"/>
                </a:cubicBezTo>
                <a:cubicBezTo>
                  <a:pt x="136" y="275"/>
                  <a:pt x="124" y="279"/>
                  <a:pt x="115" y="285"/>
                </a:cubicBezTo>
                <a:cubicBezTo>
                  <a:pt x="103" y="293"/>
                  <a:pt x="93" y="305"/>
                  <a:pt x="89" y="326"/>
                </a:cubicBezTo>
                <a:cubicBezTo>
                  <a:pt x="82" y="365"/>
                  <a:pt x="42" y="495"/>
                  <a:pt x="22" y="531"/>
                </a:cubicBezTo>
                <a:cubicBezTo>
                  <a:pt x="3" y="567"/>
                  <a:pt x="0" y="616"/>
                  <a:pt x="20" y="646"/>
                </a:cubicBezTo>
                <a:cubicBezTo>
                  <a:pt x="39" y="676"/>
                  <a:pt x="86" y="750"/>
                  <a:pt x="93" y="760"/>
                </a:cubicBezTo>
                <a:cubicBezTo>
                  <a:pt x="100" y="770"/>
                  <a:pt x="102" y="778"/>
                  <a:pt x="113" y="777"/>
                </a:cubicBezTo>
                <a:cubicBezTo>
                  <a:pt x="113" y="777"/>
                  <a:pt x="114" y="776"/>
                  <a:pt x="115" y="776"/>
                </a:cubicBezTo>
                <a:cubicBezTo>
                  <a:pt x="124" y="776"/>
                  <a:pt x="130" y="777"/>
                  <a:pt x="130" y="777"/>
                </a:cubicBezTo>
                <a:cubicBezTo>
                  <a:pt x="130" y="777"/>
                  <a:pt x="135" y="796"/>
                  <a:pt x="143" y="802"/>
                </a:cubicBezTo>
                <a:cubicBezTo>
                  <a:pt x="151" y="808"/>
                  <a:pt x="161" y="828"/>
                  <a:pt x="163" y="821"/>
                </a:cubicBezTo>
                <a:cubicBezTo>
                  <a:pt x="166" y="814"/>
                  <a:pt x="173" y="872"/>
                  <a:pt x="180" y="903"/>
                </a:cubicBezTo>
                <a:cubicBezTo>
                  <a:pt x="187" y="934"/>
                  <a:pt x="220" y="1152"/>
                  <a:pt x="220" y="1183"/>
                </a:cubicBezTo>
                <a:cubicBezTo>
                  <a:pt x="220" y="1214"/>
                  <a:pt x="232" y="1246"/>
                  <a:pt x="231" y="1268"/>
                </a:cubicBezTo>
                <a:cubicBezTo>
                  <a:pt x="230" y="1291"/>
                  <a:pt x="235" y="1349"/>
                  <a:pt x="236" y="1381"/>
                </a:cubicBezTo>
                <a:cubicBezTo>
                  <a:pt x="237" y="1413"/>
                  <a:pt x="267" y="1447"/>
                  <a:pt x="267" y="1470"/>
                </a:cubicBezTo>
                <a:cubicBezTo>
                  <a:pt x="267" y="1494"/>
                  <a:pt x="260" y="1505"/>
                  <a:pt x="263" y="1519"/>
                </a:cubicBezTo>
                <a:cubicBezTo>
                  <a:pt x="267" y="1532"/>
                  <a:pt x="266" y="1542"/>
                  <a:pt x="251" y="1558"/>
                </a:cubicBezTo>
                <a:cubicBezTo>
                  <a:pt x="236" y="1574"/>
                  <a:pt x="230" y="1589"/>
                  <a:pt x="231" y="1602"/>
                </a:cubicBezTo>
                <a:cubicBezTo>
                  <a:pt x="232" y="1614"/>
                  <a:pt x="236" y="1619"/>
                  <a:pt x="266" y="1620"/>
                </a:cubicBezTo>
                <a:cubicBezTo>
                  <a:pt x="296" y="1621"/>
                  <a:pt x="324" y="1613"/>
                  <a:pt x="324" y="1605"/>
                </a:cubicBezTo>
                <a:cubicBezTo>
                  <a:pt x="324" y="1598"/>
                  <a:pt x="334" y="1595"/>
                  <a:pt x="343" y="1595"/>
                </a:cubicBezTo>
                <a:cubicBezTo>
                  <a:pt x="351" y="1595"/>
                  <a:pt x="350" y="1587"/>
                  <a:pt x="346" y="1569"/>
                </a:cubicBezTo>
                <a:cubicBezTo>
                  <a:pt x="343" y="1552"/>
                  <a:pt x="330" y="1528"/>
                  <a:pt x="338" y="1531"/>
                </a:cubicBezTo>
                <a:cubicBezTo>
                  <a:pt x="345" y="1533"/>
                  <a:pt x="351" y="1528"/>
                  <a:pt x="351" y="1504"/>
                </a:cubicBezTo>
                <a:cubicBezTo>
                  <a:pt x="351" y="1479"/>
                  <a:pt x="355" y="1471"/>
                  <a:pt x="344" y="1457"/>
                </a:cubicBezTo>
                <a:cubicBezTo>
                  <a:pt x="333" y="1442"/>
                  <a:pt x="335" y="1415"/>
                  <a:pt x="338" y="1392"/>
                </a:cubicBezTo>
                <a:cubicBezTo>
                  <a:pt x="340" y="1370"/>
                  <a:pt x="348" y="1354"/>
                  <a:pt x="342" y="1327"/>
                </a:cubicBezTo>
                <a:cubicBezTo>
                  <a:pt x="335" y="1299"/>
                  <a:pt x="334" y="1266"/>
                  <a:pt x="338" y="1252"/>
                </a:cubicBezTo>
                <a:cubicBezTo>
                  <a:pt x="342" y="1239"/>
                  <a:pt x="339" y="1222"/>
                  <a:pt x="329" y="1211"/>
                </a:cubicBezTo>
                <a:cubicBezTo>
                  <a:pt x="319" y="1200"/>
                  <a:pt x="334" y="1180"/>
                  <a:pt x="334" y="1168"/>
                </a:cubicBezTo>
                <a:cubicBezTo>
                  <a:pt x="334" y="1156"/>
                  <a:pt x="330" y="1104"/>
                  <a:pt x="337" y="1052"/>
                </a:cubicBezTo>
                <a:cubicBezTo>
                  <a:pt x="343" y="999"/>
                  <a:pt x="344" y="960"/>
                  <a:pt x="345" y="946"/>
                </a:cubicBezTo>
                <a:cubicBezTo>
                  <a:pt x="346" y="933"/>
                  <a:pt x="354" y="939"/>
                  <a:pt x="372" y="991"/>
                </a:cubicBezTo>
                <a:cubicBezTo>
                  <a:pt x="391" y="1043"/>
                  <a:pt x="438" y="1205"/>
                  <a:pt x="447" y="1241"/>
                </a:cubicBezTo>
                <a:cubicBezTo>
                  <a:pt x="454" y="1272"/>
                  <a:pt x="480" y="1385"/>
                  <a:pt x="491" y="1436"/>
                </a:cubicBezTo>
                <a:cubicBezTo>
                  <a:pt x="493" y="1444"/>
                  <a:pt x="494" y="1451"/>
                  <a:pt x="495" y="1455"/>
                </a:cubicBezTo>
                <a:cubicBezTo>
                  <a:pt x="501" y="1486"/>
                  <a:pt x="509" y="1548"/>
                  <a:pt x="517" y="1548"/>
                </a:cubicBezTo>
                <a:cubicBezTo>
                  <a:pt x="526" y="1548"/>
                  <a:pt x="524" y="1554"/>
                  <a:pt x="525" y="1572"/>
                </a:cubicBezTo>
                <a:cubicBezTo>
                  <a:pt x="526" y="1589"/>
                  <a:pt x="543" y="1592"/>
                  <a:pt x="553" y="1595"/>
                </a:cubicBezTo>
                <a:cubicBezTo>
                  <a:pt x="563" y="1599"/>
                  <a:pt x="566" y="1589"/>
                  <a:pt x="566" y="1589"/>
                </a:cubicBezTo>
                <a:cubicBezTo>
                  <a:pt x="566" y="1589"/>
                  <a:pt x="582" y="1623"/>
                  <a:pt x="610" y="1626"/>
                </a:cubicBezTo>
                <a:cubicBezTo>
                  <a:pt x="639" y="1630"/>
                  <a:pt x="693" y="1641"/>
                  <a:pt x="693" y="1628"/>
                </a:cubicBezTo>
                <a:cubicBezTo>
                  <a:pt x="693" y="1614"/>
                  <a:pt x="687" y="1602"/>
                  <a:pt x="669" y="1590"/>
                </a:cubicBezTo>
                <a:close/>
                <a:moveTo>
                  <a:pt x="128" y="644"/>
                </a:moveTo>
                <a:cubicBezTo>
                  <a:pt x="128" y="632"/>
                  <a:pt x="122" y="619"/>
                  <a:pt x="115" y="608"/>
                </a:cubicBezTo>
                <a:cubicBezTo>
                  <a:pt x="105" y="594"/>
                  <a:pt x="95" y="582"/>
                  <a:pt x="99" y="575"/>
                </a:cubicBezTo>
                <a:cubicBezTo>
                  <a:pt x="105" y="563"/>
                  <a:pt x="110" y="563"/>
                  <a:pt x="115" y="554"/>
                </a:cubicBezTo>
                <a:cubicBezTo>
                  <a:pt x="118" y="549"/>
                  <a:pt x="121" y="541"/>
                  <a:pt x="125" y="524"/>
                </a:cubicBezTo>
                <a:cubicBezTo>
                  <a:pt x="124" y="559"/>
                  <a:pt x="136" y="611"/>
                  <a:pt x="128" y="644"/>
                </a:cubicBezTo>
                <a:close/>
                <a:moveTo>
                  <a:pt x="411" y="689"/>
                </a:moveTo>
                <a:cubicBezTo>
                  <a:pt x="407" y="690"/>
                  <a:pt x="402" y="690"/>
                  <a:pt x="395" y="690"/>
                </a:cubicBezTo>
                <a:cubicBezTo>
                  <a:pt x="395" y="685"/>
                  <a:pt x="395" y="680"/>
                  <a:pt x="393" y="674"/>
                </a:cubicBezTo>
                <a:cubicBezTo>
                  <a:pt x="389" y="655"/>
                  <a:pt x="367" y="523"/>
                  <a:pt x="351" y="448"/>
                </a:cubicBezTo>
                <a:cubicBezTo>
                  <a:pt x="335" y="373"/>
                  <a:pt x="318" y="317"/>
                  <a:pt x="314" y="307"/>
                </a:cubicBezTo>
                <a:cubicBezTo>
                  <a:pt x="310" y="297"/>
                  <a:pt x="323" y="293"/>
                  <a:pt x="323" y="293"/>
                </a:cubicBezTo>
                <a:cubicBezTo>
                  <a:pt x="299" y="269"/>
                  <a:pt x="299" y="269"/>
                  <a:pt x="299" y="269"/>
                </a:cubicBezTo>
                <a:cubicBezTo>
                  <a:pt x="288" y="274"/>
                  <a:pt x="280" y="291"/>
                  <a:pt x="280" y="291"/>
                </a:cubicBezTo>
                <a:cubicBezTo>
                  <a:pt x="280" y="291"/>
                  <a:pt x="292" y="299"/>
                  <a:pt x="294" y="307"/>
                </a:cubicBezTo>
                <a:cubicBezTo>
                  <a:pt x="296" y="315"/>
                  <a:pt x="292" y="325"/>
                  <a:pt x="286" y="343"/>
                </a:cubicBezTo>
                <a:cubicBezTo>
                  <a:pt x="281" y="362"/>
                  <a:pt x="288" y="443"/>
                  <a:pt x="295" y="485"/>
                </a:cubicBezTo>
                <a:cubicBezTo>
                  <a:pt x="302" y="527"/>
                  <a:pt x="315" y="621"/>
                  <a:pt x="323" y="669"/>
                </a:cubicBezTo>
                <a:cubicBezTo>
                  <a:pt x="324" y="677"/>
                  <a:pt x="326" y="683"/>
                  <a:pt x="327" y="689"/>
                </a:cubicBezTo>
                <a:cubicBezTo>
                  <a:pt x="308" y="688"/>
                  <a:pt x="289" y="687"/>
                  <a:pt x="274" y="687"/>
                </a:cubicBezTo>
                <a:cubicBezTo>
                  <a:pt x="232" y="687"/>
                  <a:pt x="191" y="692"/>
                  <a:pt x="191" y="692"/>
                </a:cubicBezTo>
                <a:cubicBezTo>
                  <a:pt x="191" y="692"/>
                  <a:pt x="199" y="672"/>
                  <a:pt x="212" y="643"/>
                </a:cubicBezTo>
                <a:cubicBezTo>
                  <a:pt x="224" y="615"/>
                  <a:pt x="226" y="589"/>
                  <a:pt x="235" y="542"/>
                </a:cubicBezTo>
                <a:cubicBezTo>
                  <a:pt x="245" y="495"/>
                  <a:pt x="237" y="463"/>
                  <a:pt x="237" y="406"/>
                </a:cubicBezTo>
                <a:cubicBezTo>
                  <a:pt x="237" y="361"/>
                  <a:pt x="234" y="300"/>
                  <a:pt x="231" y="263"/>
                </a:cubicBezTo>
                <a:cubicBezTo>
                  <a:pt x="231" y="257"/>
                  <a:pt x="231" y="235"/>
                  <a:pt x="248" y="225"/>
                </a:cubicBezTo>
                <a:cubicBezTo>
                  <a:pt x="257" y="236"/>
                  <a:pt x="268" y="248"/>
                  <a:pt x="281" y="257"/>
                </a:cubicBezTo>
                <a:cubicBezTo>
                  <a:pt x="304" y="273"/>
                  <a:pt x="306" y="261"/>
                  <a:pt x="320" y="244"/>
                </a:cubicBezTo>
                <a:cubicBezTo>
                  <a:pt x="326" y="237"/>
                  <a:pt x="330" y="232"/>
                  <a:pt x="334" y="227"/>
                </a:cubicBezTo>
                <a:cubicBezTo>
                  <a:pt x="334" y="227"/>
                  <a:pt x="334" y="227"/>
                  <a:pt x="334" y="227"/>
                </a:cubicBezTo>
                <a:cubicBezTo>
                  <a:pt x="353" y="218"/>
                  <a:pt x="370" y="255"/>
                  <a:pt x="370" y="255"/>
                </a:cubicBezTo>
                <a:cubicBezTo>
                  <a:pt x="382" y="288"/>
                  <a:pt x="381" y="349"/>
                  <a:pt x="381" y="413"/>
                </a:cubicBezTo>
                <a:cubicBezTo>
                  <a:pt x="381" y="478"/>
                  <a:pt x="393" y="542"/>
                  <a:pt x="406" y="589"/>
                </a:cubicBezTo>
                <a:cubicBezTo>
                  <a:pt x="418" y="636"/>
                  <a:pt x="437" y="678"/>
                  <a:pt x="437" y="678"/>
                </a:cubicBezTo>
                <a:cubicBezTo>
                  <a:pt x="437" y="678"/>
                  <a:pt x="426" y="684"/>
                  <a:pt x="411" y="689"/>
                </a:cubicBezTo>
                <a:close/>
                <a:moveTo>
                  <a:pt x="491" y="631"/>
                </a:moveTo>
                <a:cubicBezTo>
                  <a:pt x="489" y="627"/>
                  <a:pt x="490" y="600"/>
                  <a:pt x="484" y="579"/>
                </a:cubicBezTo>
                <a:cubicBezTo>
                  <a:pt x="477" y="556"/>
                  <a:pt x="474" y="524"/>
                  <a:pt x="473" y="485"/>
                </a:cubicBezTo>
                <a:cubicBezTo>
                  <a:pt x="473" y="485"/>
                  <a:pt x="482" y="518"/>
                  <a:pt x="491" y="538"/>
                </a:cubicBezTo>
                <a:cubicBezTo>
                  <a:pt x="495" y="547"/>
                  <a:pt x="498" y="553"/>
                  <a:pt x="501" y="553"/>
                </a:cubicBezTo>
                <a:cubicBezTo>
                  <a:pt x="511" y="556"/>
                  <a:pt x="512" y="570"/>
                  <a:pt x="501" y="576"/>
                </a:cubicBezTo>
                <a:cubicBezTo>
                  <a:pt x="490" y="582"/>
                  <a:pt x="498" y="624"/>
                  <a:pt x="493" y="630"/>
                </a:cubicBezTo>
                <a:cubicBezTo>
                  <a:pt x="492" y="631"/>
                  <a:pt x="491" y="631"/>
                  <a:pt x="491" y="631"/>
                </a:cubicBezTo>
                <a:close/>
              </a:path>
            </a:pathLst>
          </a:custGeom>
          <a:solidFill>
            <a:srgbClr val="003760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6000"/>
              </a:prst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0" cap="none" spc="0" normalizeH="0" baseline="0" noProof="0" dirty="0">
              <a:ln>
                <a:noFill/>
              </a:ln>
              <a:solidFill>
                <a:srgbClr val="5C5C5C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5" name="PA_椭圆 7"/>
          <p:cNvSpPr/>
          <p:nvPr>
            <p:custDataLst>
              <p:tags r:id="rId1"/>
            </p:custDataLst>
          </p:nvPr>
        </p:nvSpPr>
        <p:spPr>
          <a:xfrm>
            <a:off x="6750472" y="596347"/>
            <a:ext cx="1485471" cy="1485470"/>
          </a:xfrm>
          <a:prstGeom prst="wedgeEllipseCallout">
            <a:avLst>
              <a:gd name="adj1" fmla="val 62086"/>
              <a:gd name="adj2" fmla="val 18859"/>
            </a:avLst>
          </a:prstGeom>
          <a:solidFill>
            <a:srgbClr val="324D8A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04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3.29031496062987,&quot;left&quot;:375.1922047244094,&quot;top&quot;:198.37,&quot;width&quot;:575.241653543307}"/>
</p:tagLst>
</file>

<file path=ppt/tags/tag2.xml><?xml version="1.0" encoding="utf-8"?>
<p:tagLst xmlns:p="http://schemas.openxmlformats.org/presentationml/2006/main">
  <p:tag name="KSO_WM_DIAGRAM_VIRTUALLY_FRAME" val="{&quot;height&quot;:183.29031496062987,&quot;left&quot;:375.1922047244094,&quot;top&quot;:198.37,&quot;width&quot;:575.241653543307}"/>
</p:tagLst>
</file>

<file path=ppt/tags/tag3.xml><?xml version="1.0" encoding="utf-8"?>
<p:tagLst xmlns:p="http://schemas.openxmlformats.org/presentationml/2006/main">
  <p:tag name="KSO_WM_DIAGRAM_VIRTUALLY_FRAME" val="{&quot;height&quot;:183.29031496062987,&quot;left&quot;:375.1922047244094,&quot;top&quot;:198.37,&quot;width&quot;:575.241653543307}"/>
</p:tagLst>
</file>

<file path=ppt/tags/tag4.xml><?xml version="1.0" encoding="utf-8"?>
<p:tagLst xmlns:p="http://schemas.openxmlformats.org/presentationml/2006/main">
  <p:tag name="KSO_WM_DIAGRAM_VIRTUALLY_FRAME" val="{&quot;height&quot;:183.29031496062987,&quot;left&quot;:375.1922047244094,&quot;top&quot;:198.37,&quot;width&quot;:575.241653543307}"/>
</p:tagLst>
</file>

<file path=ppt/tags/tag5.xml><?xml version="1.0" encoding="utf-8"?>
<p:tagLst xmlns:p="http://schemas.openxmlformats.org/presentationml/2006/main">
  <p:tag name="KSO_WM_DIAGRAM_VIRTUALLY_FRAME" val="{&quot;height&quot;:183.29031496062987,&quot;left&quot;:375.1922047244094,&quot;top&quot;:198.37,&quot;width&quot;:575.241653543307}"/>
</p:tagLst>
</file>

<file path=ppt/tags/tag6.xml><?xml version="1.0" encoding="utf-8"?>
<p:tagLst xmlns:p="http://schemas.openxmlformats.org/presentationml/2006/main">
  <p:tag name="KSO_WM_DIAGRAM_VIRTUALLY_FRAME" val="{&quot;height&quot;:183.29031496062987,&quot;left&quot;:375.1922047244094,&quot;top&quot;:198.37,&quot;width&quot;:575.241653543307}"/>
</p:tagLst>
</file>

<file path=ppt/tags/tag7.xml><?xml version="1.0" encoding="utf-8"?>
<p:tagLst xmlns:p="http://schemas.openxmlformats.org/presentationml/2006/main">
  <p:tag name="KSO_WM_DIAGRAM_VIRTUALLY_FRAME" val="{&quot;height&quot;:183.29031496062987,&quot;left&quot;:375.1922047244094,&quot;top&quot;:198.37,&quot;width&quot;:575.241653543307}"/>
</p:tagLst>
</file>

<file path=ppt/tags/tag8.xml><?xml version="1.0" encoding="utf-8"?>
<p:tagLst xmlns:p="http://schemas.openxmlformats.org/presentationml/2006/main">
  <p:tag name="KSO_WM_DIAGRAM_VIRTUALLY_FRAME" val="{&quot;height&quot;:183.29031496062987,&quot;left&quot;:375.1922047244094,&quot;top&quot;:198.37,&quot;width&quot;:575.241653543307}"/>
</p:tagLst>
</file>

<file path=ppt/tags/tag9.xml><?xml version="1.0" encoding="utf-8"?>
<p:tagLst xmlns:p="http://schemas.openxmlformats.org/presentationml/2006/main">
  <p:tag name="KSO_WM_DIAGRAM_VIRTUALLY_FRAME" val="{&quot;height&quot;:183.29031496062987,&quot;left&quot;:375.1922047244094,&quot;top&quot;:198.37,&quot;width&quot;:575.241653543307}"/>
</p:tagLst>
</file>

<file path=ppt/tags/tag10.xml><?xml version="1.0" encoding="utf-8"?>
<p:tagLst xmlns:p="http://schemas.openxmlformats.org/presentationml/2006/main">
  <p:tag name="KSO_WM_DIAGRAM_VIRTUALLY_FRAME" val="{&quot;height&quot;:183.29031496062987,&quot;left&quot;:375.1922047244094,&quot;top&quot;:198.37,&quot;width&quot;:575.241653543307}"/>
</p:tagLst>
</file>

<file path=ppt/tags/tag11.xml><?xml version="1.0" encoding="utf-8"?>
<p:tagLst xmlns:p="http://schemas.openxmlformats.org/presentationml/2006/main">
  <p:tag name="KSO_WM_DIAGRAM_VIRTUALLY_FRAME" val="{&quot;height&quot;:183.29031496062987,&quot;left&quot;:375.1922047244094,&quot;top&quot;:198.37,&quot;width&quot;:575.241653543307}"/>
</p:tagLst>
</file>

<file path=ppt/tags/tag12.xml><?xml version="1.0" encoding="utf-8"?>
<p:tagLst xmlns:p="http://schemas.openxmlformats.org/presentationml/2006/main">
  <p:tag name="KSO_WM_DIAGRAM_VIRTUALLY_FRAME" val="{&quot;height&quot;:183.29031496062987,&quot;left&quot;:375.1922047244094,&quot;top&quot;:198.37,&quot;width&quot;:575.241653543307}"/>
</p:tagLst>
</file>

<file path=ppt/tags/tag13.xml><?xml version="1.0" encoding="utf-8"?>
<p:tagLst xmlns:p="http://schemas.openxmlformats.org/presentationml/2006/main">
  <p:tag name="KSO_WM_DIAGRAM_VIRTUALLY_FRAME" val="{&quot;height&quot;:183.29031496062987,&quot;left&quot;:375.1922047244094,&quot;top&quot;:198.37,&quot;width&quot;:575.241653543307}"/>
</p:tagLst>
</file>

<file path=ppt/tags/tag14.xml><?xml version="1.0" encoding="utf-8"?>
<p:tagLst xmlns:p="http://schemas.openxmlformats.org/presentationml/2006/main">
  <p:tag name="KSO_WM_DIAGRAM_VIRTUALLY_FRAME" val="{&quot;height&quot;:183.29031496062987,&quot;left&quot;:375.1922047244094,&quot;top&quot;:198.37,&quot;width&quot;:575.241653543307}"/>
</p:tagLst>
</file>

<file path=ppt/tags/tag15.xml><?xml version="1.0" encoding="utf-8"?>
<p:tagLst xmlns:p="http://schemas.openxmlformats.org/presentationml/2006/main">
  <p:tag name="KSO_WM_DIAGRAM_VIRTUALLY_FRAME" val="{&quot;height&quot;:183.29031496062987,&quot;left&quot;:375.1922047244094,&quot;top&quot;:198.37,&quot;width&quot;:575.241653543307}"/>
</p:tagLst>
</file>

<file path=ppt/tags/tag16.xml><?xml version="1.0" encoding="utf-8"?>
<p:tagLst xmlns:p="http://schemas.openxmlformats.org/presentationml/2006/main">
  <p:tag name="KSO_WM_DIAGRAM_VIRTUALLY_FRAME" val="{&quot;height&quot;:183.29031496062987,&quot;left&quot;:375.1922047244094,&quot;top&quot;:198.37,&quot;width&quot;:575.241653543307}"/>
</p:tagLst>
</file>

<file path=ppt/tags/tag17.xml><?xml version="1.0" encoding="utf-8"?>
<p:tagLst xmlns:p="http://schemas.openxmlformats.org/presentationml/2006/main">
  <p:tag name="KSO_WM_DIAGRAM_VIRTUALLY_FRAME" val="{&quot;height&quot;:385.9414960629922,&quot;left&quot;:127.11133858267718,&quot;top&quot;:154.05858267716536,&quot;width&quot;:705.7774015748031}"/>
</p:tagLst>
</file>

<file path=ppt/tags/tag18.xml><?xml version="1.0" encoding="utf-8"?>
<p:tagLst xmlns:p="http://schemas.openxmlformats.org/presentationml/2006/main">
  <p:tag name="KSO_WM_DIAGRAM_VIRTUALLY_FRAME" val="{&quot;height&quot;:385.9414960629922,&quot;left&quot;:127.11133858267718,&quot;top&quot;:154.05858267716536,&quot;width&quot;:705.7774015748031}"/>
</p:tagLst>
</file>

<file path=ppt/tags/tag19.xml><?xml version="1.0" encoding="utf-8"?>
<p:tagLst xmlns:p="http://schemas.openxmlformats.org/presentationml/2006/main">
  <p:tag name="KSO_WM_DIAGRAM_VIRTUALLY_FRAME" val="{&quot;height&quot;:385.9414960629922,&quot;left&quot;:127.11133858267718,&quot;top&quot;:154.05858267716536,&quot;width&quot;:705.7774015748031}"/>
</p:tagLst>
</file>

<file path=ppt/tags/tag20.xml><?xml version="1.0" encoding="utf-8"?>
<p:tagLst xmlns:p="http://schemas.openxmlformats.org/presentationml/2006/main">
  <p:tag name="KSO_WM_DIAGRAM_VIRTUALLY_FRAME" val="{&quot;height&quot;:385.9414960629922,&quot;left&quot;:127.11133858267718,&quot;top&quot;:154.05858267716536,&quot;width&quot;:705.7774015748031}"/>
</p:tagLst>
</file>

<file path=ppt/tags/tag21.xml><?xml version="1.0" encoding="utf-8"?>
<p:tagLst xmlns:p="http://schemas.openxmlformats.org/presentationml/2006/main">
  <p:tag name="KSO_WM_DIAGRAM_VIRTUALLY_FRAME" val="{&quot;height&quot;:385.9414960629922,&quot;left&quot;:127.11133858267718,&quot;top&quot;:154.05858267716536,&quot;width&quot;:705.7774015748031}"/>
</p:tagLst>
</file>

<file path=ppt/tags/tag22.xml><?xml version="1.0" encoding="utf-8"?>
<p:tagLst xmlns:p="http://schemas.openxmlformats.org/presentationml/2006/main">
  <p:tag name="KSO_WM_DIAGRAM_VIRTUALLY_FRAME" val="{&quot;height&quot;:385.9414960629922,&quot;left&quot;:127.11133858267718,&quot;top&quot;:154.05858267716536,&quot;width&quot;:705.7774015748031}"/>
</p:tagLst>
</file>

<file path=ppt/tags/tag23.xml><?xml version="1.0" encoding="utf-8"?>
<p:tagLst xmlns:p="http://schemas.openxmlformats.org/presentationml/2006/main">
  <p:tag name="KSO_WM_DIAGRAM_VIRTUALLY_FRAME" val="{&quot;height&quot;:385.9414960629922,&quot;left&quot;:127.11133858267718,&quot;top&quot;:154.05858267716536,&quot;width&quot;:705.7774015748031}"/>
</p:tagLst>
</file>

<file path=ppt/tags/tag24.xml><?xml version="1.0" encoding="utf-8"?>
<p:tagLst xmlns:p="http://schemas.openxmlformats.org/presentationml/2006/main">
  <p:tag name="KSO_WM_DIAGRAM_VIRTUALLY_FRAME" val="{&quot;height&quot;:385.9414960629922,&quot;left&quot;:127.11133858267718,&quot;top&quot;:154.05858267716536,&quot;width&quot;:705.7774015748031}"/>
</p:tagLst>
</file>

<file path=ppt/tags/tag25.xml><?xml version="1.0" encoding="utf-8"?>
<p:tagLst xmlns:p="http://schemas.openxmlformats.org/presentationml/2006/main">
  <p:tag name="KSO_WM_DIAGRAM_VIRTUALLY_FRAME" val="{&quot;height&quot;:385.9414960629922,&quot;left&quot;:127.11133858267718,&quot;top&quot;:154.05858267716536,&quot;width&quot;:705.7774015748031}"/>
</p:tagLst>
</file>

<file path=ppt/tags/tag26.xml><?xml version="1.0" encoding="utf-8"?>
<p:tagLst xmlns:p="http://schemas.openxmlformats.org/presentationml/2006/main">
  <p:tag name="KSO_WM_DIAGRAM_VIRTUALLY_FRAME" val="{&quot;height&quot;:385.9414960629922,&quot;left&quot;:127.11133858267718,&quot;top&quot;:154.05858267716536,&quot;width&quot;:705.7774015748031}"/>
</p:tagLst>
</file>

<file path=ppt/tags/tag27.xml><?xml version="1.0" encoding="utf-8"?>
<p:tagLst xmlns:p="http://schemas.openxmlformats.org/presentationml/2006/main">
  <p:tag name="KSO_WM_DIAGRAM_VIRTUALLY_FRAME" val="{&quot;height&quot;:385.9414960629922,&quot;left&quot;:127.11133858267718,&quot;top&quot;:154.05858267716536,&quot;width&quot;:705.7774015748031}"/>
</p:tagLst>
</file>

<file path=ppt/tags/tag28.xml><?xml version="1.0" encoding="utf-8"?>
<p:tagLst xmlns:p="http://schemas.openxmlformats.org/presentationml/2006/main">
  <p:tag name="KSO_WM_DIAGRAM_VIRTUALLY_FRAME" val="{&quot;height&quot;:385.9414960629922,&quot;left&quot;:127.11133858267718,&quot;top&quot;:154.05858267716536,&quot;width&quot;:705.7774015748031}"/>
</p:tagLst>
</file>

<file path=ppt/tags/tag29.xml><?xml version="1.0" encoding="utf-8"?>
<p:tagLst xmlns:p="http://schemas.openxmlformats.org/presentationml/2006/main">
  <p:tag name="KSO_WM_DIAGRAM_VIRTUALLY_FRAME" val="{&quot;height&quot;:385.9414960629922,&quot;left&quot;:127.11133858267718,&quot;top&quot;:154.05858267716536,&quot;width&quot;:705.7774015748031}"/>
</p:tagLst>
</file>

<file path=ppt/tags/tag30.xml><?xml version="1.0" encoding="utf-8"?>
<p:tagLst xmlns:p="http://schemas.openxmlformats.org/presentationml/2006/main">
  <p:tag name="KSO_WM_DIAGRAM_VIRTUALLY_FRAME" val="{&quot;height&quot;:385.9414960629922,&quot;left&quot;:127.11133858267718,&quot;top&quot;:154.05858267716536,&quot;width&quot;:705.7774015748031}"/>
</p:tagLst>
</file>

<file path=ppt/tags/tag31.xml><?xml version="1.0" encoding="utf-8"?>
<p:tagLst xmlns:p="http://schemas.openxmlformats.org/presentationml/2006/main">
  <p:tag name="KSO_WM_DIAGRAM_VIRTUALLY_FRAME" val="{&quot;height&quot;:385.9414960629922,&quot;left&quot;:127.11133858267718,&quot;top&quot;:154.05858267716536,&quot;width&quot;:705.7774015748031}"/>
</p:tagLst>
</file>

<file path=ppt/tags/tag32.xml><?xml version="1.0" encoding="utf-8"?>
<p:tagLst xmlns:p="http://schemas.openxmlformats.org/presentationml/2006/main">
  <p:tag name="KSO_WM_DIAGRAM_VIRTUALLY_FRAME" val="{&quot;height&quot;:385.9414960629922,&quot;left&quot;:127.11133858267718,&quot;top&quot;:154.05858267716536,&quot;width&quot;:705.7774015748031}"/>
</p:tagLst>
</file>

<file path=ppt/tags/tag33.xml><?xml version="1.0" encoding="utf-8"?>
<p:tagLst xmlns:p="http://schemas.openxmlformats.org/presentationml/2006/main">
  <p:tag name="KSO_WM_DIAGRAM_VIRTUALLY_FRAME" val="{&quot;height&quot;:385.9414960629922,&quot;left&quot;:127.11133858267718,&quot;top&quot;:154.05858267716536,&quot;width&quot;:705.7774015748031}"/>
</p:tagLst>
</file>

<file path=ppt/tags/tag34.xml><?xml version="1.0" encoding="utf-8"?>
<p:tagLst xmlns:p="http://schemas.openxmlformats.org/presentationml/2006/main">
  <p:tag name="KSO_WM_DIAGRAM_VIRTUALLY_FRAME" val="{&quot;height&quot;:385.9414960629922,&quot;left&quot;:127.11133858267718,&quot;top&quot;:154.05858267716536,&quot;width&quot;:705.7774015748031}"/>
</p:tagLst>
</file>

<file path=ppt/tags/tag35.xml><?xml version="1.0" encoding="utf-8"?>
<p:tagLst xmlns:p="http://schemas.openxmlformats.org/presentationml/2006/main">
  <p:tag name="PA" val="v4.0.0"/>
</p:tagLst>
</file>

<file path=ppt/theme/theme1.xml><?xml version="1.0" encoding="utf-8"?>
<a:theme xmlns:a="http://schemas.openxmlformats.org/drawingml/2006/main" name="主题5">
  <a:themeElements>
    <a:clrScheme name="自定义 55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99C0B7"/>
      </a:accent1>
      <a:accent2>
        <a:srgbClr val="639F91"/>
      </a:accent2>
      <a:accent3>
        <a:srgbClr val="566662"/>
      </a:accent3>
      <a:accent4>
        <a:srgbClr val="738983"/>
      </a:accent4>
      <a:accent5>
        <a:srgbClr val="D38749"/>
      </a:accent5>
      <a:accent6>
        <a:srgbClr val="778495"/>
      </a:accent6>
      <a:hlink>
        <a:srgbClr val="84CBC5"/>
      </a:hlink>
      <a:folHlink>
        <a:srgbClr val="BFBFBF"/>
      </a:folHlink>
    </a:clrScheme>
    <a:fontScheme name="自定义 2">
      <a:majorFont>
        <a:latin typeface="Times New Roman"/>
        <a:ea typeface="思源黑体 CN Bold"/>
        <a:cs typeface=""/>
      </a:majorFont>
      <a:minorFont>
        <a:latin typeface="Times New Roman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1393</Words>
  <Application>WPS 演示</Application>
  <PresentationFormat>宽屏</PresentationFormat>
  <Paragraphs>150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黑体</vt:lpstr>
      <vt:lpstr>Helvetica</vt:lpstr>
      <vt:lpstr>思源黑体 CN Normal</vt:lpstr>
      <vt:lpstr>Times New Roman</vt:lpstr>
      <vt:lpstr>Arial Unicode MS</vt:lpstr>
      <vt:lpstr>Calibri</vt:lpstr>
      <vt:lpstr>主题5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A36235</dc:creator>
  <cp:lastModifiedBy>jxy</cp:lastModifiedBy>
  <cp:revision>11</cp:revision>
  <dcterms:created xsi:type="dcterms:W3CDTF">2022-03-07T06:53:00Z</dcterms:created>
  <dcterms:modified xsi:type="dcterms:W3CDTF">2025-12-13T23:31:03Z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E8961BC0F41745B7A8677E712AC686A6_12</vt:lpwstr>
  </property>
  <property fmtid="{D5CDD505-2E9C-101B-9397-08002B2CF9AE}" pid="3" name="KSOProductBuildVer">
    <vt:lpwstr>2052-12.1.0.23542</vt:lpwstr>
  </property>
</Properties>
</file>